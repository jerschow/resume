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svg" ContentType="image/svg+xml"/>
  <Default Extension="png" ContentType="image/png"/>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e5869a521994325" /><Relationship Type="http://schemas.openxmlformats.org/officeDocument/2006/relationships/extended-properties" Target="/docProps/app.xml" Id="Ree83da0ea4cf4241" /><Relationship Type="http://schemas.openxmlformats.org/officeDocument/2006/relationships/officeDocument" Target="/ppt/presentation.xml" Id="R4f17144e67a24cf4" /></Relationships>
</file>

<file path=ppt/presentation.xml><?xml version="1.0" encoding="utf-8"?>
<p:presentation xmlns:p="http://schemas.openxmlformats.org/presentationml/2006/main">
  <p:sldMasterIdLst>
    <p:sldMasterId xmlns:r="http://schemas.openxmlformats.org/officeDocument/2006/relationships" id="2147483648" r:id="R33b56dfbaae74e8f"/>
  </p:sldMasterIdLst>
  <p:notesMasterIdLst>
    <p:notesMasterId xmlns:r="http://schemas.openxmlformats.org/officeDocument/2006/relationships" r:id="Re597cff28a794793"/>
  </p:notesMasterIdLst>
  <p:sldIdLst>
    <p:sldId xmlns:r="http://schemas.openxmlformats.org/officeDocument/2006/relationships" id="256" r:id="R07f6a7f5ac18403f"/>
    <p:sldId xmlns:r="http://schemas.openxmlformats.org/officeDocument/2006/relationships" id="257" r:id="R0e1502625bb24526"/>
    <p:sldId xmlns:r="http://schemas.openxmlformats.org/officeDocument/2006/relationships" id="258" r:id="R95d4e52a7c2747f0"/>
    <p:sldId xmlns:r="http://schemas.openxmlformats.org/officeDocument/2006/relationships" id="259" r:id="Refb7d12382954e6e"/>
    <p:sldId xmlns:r="http://schemas.openxmlformats.org/officeDocument/2006/relationships" id="260" r:id="R8889f2921bba41c4"/>
    <p:sldId xmlns:r="http://schemas.openxmlformats.org/officeDocument/2006/relationships" id="261" r:id="R6896812209594534"/>
    <p:sldId xmlns:r="http://schemas.openxmlformats.org/officeDocument/2006/relationships" id="262" r:id="R9c627fe0fa6844f5"/>
    <p:sldId xmlns:r="http://schemas.openxmlformats.org/officeDocument/2006/relationships" id="263" r:id="R59f64ecacb1d45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5e8c328cb34d0b" /><Relationship Type="http://schemas.openxmlformats.org/officeDocument/2006/relationships/slideMaster" Target="/ppt/slideMasters/slideMaster1.xml" Id="R33b56dfbaae74e8f" /><Relationship Type="http://schemas.openxmlformats.org/officeDocument/2006/relationships/notesMaster" Target="/ppt/notesMasters/notesMaster1.xml" Id="Re597cff28a794793" /><Relationship Type="http://schemas.openxmlformats.org/officeDocument/2006/relationships/presProps" Target="/ppt/presProps.xml" Id="R7222f20c182548ff" /><Relationship Type="http://schemas.openxmlformats.org/officeDocument/2006/relationships/tableStyles" Target="/ppt/tableStyles.xml" Id="Raabbc36fbcc5435d" /><Relationship Type="http://schemas.openxmlformats.org/officeDocument/2006/relationships/slide" Target="/ppt/slides/slide1.xml" Id="R07f6a7f5ac18403f" /><Relationship Type="http://schemas.openxmlformats.org/officeDocument/2006/relationships/slide" Target="/ppt/slides/slide2.xml" Id="R0e1502625bb24526" /><Relationship Type="http://schemas.openxmlformats.org/officeDocument/2006/relationships/slide" Target="/ppt/slides/slide3.xml" Id="R95d4e52a7c2747f0" /><Relationship Type="http://schemas.openxmlformats.org/officeDocument/2006/relationships/slide" Target="/ppt/slides/slide4.xml" Id="Refb7d12382954e6e" /><Relationship Type="http://schemas.openxmlformats.org/officeDocument/2006/relationships/slide" Target="/ppt/slides/slide5.xml" Id="R8889f2921bba41c4" /><Relationship Type="http://schemas.openxmlformats.org/officeDocument/2006/relationships/slide" Target="/ppt/slides/slide6.xml" Id="R6896812209594534" /><Relationship Type="http://schemas.openxmlformats.org/officeDocument/2006/relationships/slide" Target="/ppt/slides/slide7.xml" Id="R9c627fe0fa6844f5" /><Relationship Type="http://schemas.openxmlformats.org/officeDocument/2006/relationships/slide" Target="/ppt/slides/slide8.xml" Id="R59f64ecacb1d45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f071ef551f47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2ae914b08f4711" /><Relationship Type="http://schemas.openxmlformats.org/officeDocument/2006/relationships/notesMaster" Target="/ppt/notesMasters/notesMaster1.xml" Id="R6be4121279d143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5deb6a13ec4512" /><Relationship Type="http://schemas.openxmlformats.org/officeDocument/2006/relationships/notesMaster" Target="/ppt/notesMasters/notesMaster1.xml" Id="Rd3eda53749fb44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8b2690ff9c439b" /><Relationship Type="http://schemas.openxmlformats.org/officeDocument/2006/relationships/notesMaster" Target="/ppt/notesMasters/notesMaster1.xml" Id="Rf326f0bf537a44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49f1b2bcfa42ac" /><Relationship Type="http://schemas.openxmlformats.org/officeDocument/2006/relationships/notesMaster" Target="/ppt/notesMasters/notesMaster1.xml" Id="R1d33dc1ebdaf4e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a19fea7d5d4513" /><Relationship Type="http://schemas.openxmlformats.org/officeDocument/2006/relationships/notesMaster" Target="/ppt/notesMasters/notesMaster1.xml" Id="R81670dccd21442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ee0174c8944d23" /><Relationship Type="http://schemas.openxmlformats.org/officeDocument/2006/relationships/notesMaster" Target="/ppt/notesMasters/notesMaster1.xml" Id="R5c5d6fbcd59449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5f4040a4b94662" /><Relationship Type="http://schemas.openxmlformats.org/officeDocument/2006/relationships/notesMaster" Target="/ppt/notesMasters/notesMaster1.xml" Id="R8e42827046184d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09432b167f4cbd" /><Relationship Type="http://schemas.openxmlformats.org/officeDocument/2006/relationships/notesMaster" Target="/ppt/notesMasters/notesMaster1.xml" Id="Re5f7f89e3bd245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発表時間目安：40秒</a:t>
            </a:r>
          </a:p>
          <a:p xmlns:a="http://schemas.openxmlformats.org/drawingml/2006/main">
            <a:r>
              <a:t>今日は機械学習の細部ではなく、非線形変換を受けた大きなランダム行列のスペクトルに焦点を当てます。独立成分の標本共分散を基準にし、非線形ランダム特徴行列、最後に自己注意行列へ進みます。個々の証明ではなく、モデル・極限・何が見えるかの三点を持ち帰っていただくことを目標にします。</a:t>
            </a:r>
          </a:p>
          <a:p xmlns:a="http://schemas.openxmlformats.org/drawingml/2006/main">
            <a:r>
              <a:t/>
            </a:r>
          </a:p>
          <a:p xmlns:a="http://schemas.openxmlformats.org/drawingml/2006/main">
            <a:r>
              <a:t>[Sources]</a:t>
            </a:r>
          </a:p>
          <a:p xmlns:a="http://schemas.openxmlformats.org/drawingml/2006/main">
            <a:r>
              <a:t>- https://sites.google.com/view/fajunior2026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発表時間目安：1分35秒</a:t>
            </a:r>
          </a:p>
          <a:p xmlns:a="http://schemas.openxmlformats.org/drawingml/2006/main">
            <a:r>
              <a:t>ニューラルネットでは、入力に重みを掛け、活性化関数を通して新しい特徴行列Yを作ります。Gram行列M=YYᵀ/mの固有値分布は、特徴が何方向に広がるか、ゼロ近傍へ退化していないか、方向ごとの伸び縮みが極端でないかを一度に要約します。ただし、一般の学習性能をスペクトルだけで決められるとは言いません。ここではランダム初期化や単純化した特徴モデルの幾何を捉える基準量として使います。</a:t>
            </a:r>
          </a:p>
          <a:p xmlns:a="http://schemas.openxmlformats.org/drawingml/2006/main">
            <a:r>
              <a:t/>
            </a:r>
          </a:p>
          <a:p xmlns:a="http://schemas.openxmlformats.org/drawingml/2006/main">
            <a:r>
              <a:t>[Sources]</a:t>
            </a:r>
          </a:p>
          <a:p xmlns:a="http://schemas.openxmlformats.org/drawingml/2006/main">
            <a:r>
              <a:t>- https://proceedings.neurips.cc/paper_files/paper/2017/file/0f3d014eead934bbdbacb62a01dc4831-Paper.pdf</a:t>
            </a:r>
          </a:p>
          <a:p xmlns:a="http://schemas.openxmlformats.org/drawingml/2006/main">
            <a:r>
              <a:t>- https://arxiv.org/pdf/2510.06685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発表時間目安：1分50秒</a:t>
            </a:r>
          </a:p>
          <a:p xmlns:a="http://schemas.openxmlformats.org/drawingml/2006/main">
            <a:r>
              <a:t>最初に古典的な基準を置きます。Zの成分が独立同分布で、平均0・分散1、縦横比p/nがcへ収束すると、標本共分散S=ZZᵀ/nの経験固有値分布はMarchenko–Pastur則へ収束します。連続部分の台は[(1−√c)²,(1+√c)²]です。注意点として、後で扱うY=WXの線形特例は二つのランダム行列の積なので、一般には単純なMP則ではなく積Wishart型です。したがって、このスライドは独立成分モデルを基準線として分けて示しています。</a:t>
            </a:r>
          </a:p>
          <a:p xmlns:a="http://schemas.openxmlformats.org/drawingml/2006/main">
            <a:r>
              <a:t/>
            </a:r>
          </a:p>
          <a:p xmlns:a="http://schemas.openxmlformats.org/drawingml/2006/main">
            <a:r>
              <a:t>[Sources]</a:t>
            </a:r>
          </a:p>
          <a:p xmlns:a="http://schemas.openxmlformats.org/drawingml/2006/main">
            <a:r>
              <a:t>- https://doi.org/10.1070/SM1967v001n04ABEH001994</a:t>
            </a:r>
          </a:p>
          <a:p xmlns:a="http://schemas.openxmlformats.org/drawingml/2006/main">
            <a:r>
              <a:t>[/Sources]</a:t>
            </a:r>
          </a:p>
          <ns0:p xmlns:ns0="http://schemas.openxmlformats.org/drawingml/2006/main">
            <ns0:r>
              <ns0:t>経験スペクトル分布は重複度込みで各固有値に質量 1/p を置いた確率測度。図は連続部分の模式図で、c&gt;1 のときは原点にも質量がある。</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発表時間目安：1分55秒</a:t>
            </a:r>
          </a:p>
          <a:p xmlns:a="http://schemas.openxmlformats.org/drawingml/2006/main">
            <a:r>
              <a:t>次に非線形モデルです。入力Xにランダムな重みWを掛け、各成分へ活性化関数fを適用してYを作り、Gram行列Mを調べます。n₀、n₁、mが同じ程度で発散する比例極限です。WとXが独立でも、同じ重みや入力を共有するためYの成分間には依存が生じます。したがって、独立成分行列のMP則をそのまま適用できません。中心となる問いは、この複雑な依存構造のうち、極限スペクトルに実際に残る情報は何か、です。</a:t>
            </a:r>
          </a:p>
          <a:p xmlns:a="http://schemas.openxmlformats.org/drawingml/2006/main">
            <a:r>
              <a:t/>
            </a:r>
          </a:p>
          <a:p xmlns:a="http://schemas.openxmlformats.org/drawingml/2006/main">
            <a:r>
              <a:t>[Sources]</a:t>
            </a:r>
          </a:p>
          <a:p xmlns:a="http://schemas.openxmlformats.org/drawingml/2006/main">
            <a:r>
              <a:t>- https://proceedings.neurips.cc/paper_files/paper/2017/file/0f3d014eead934bbdbacb62a01dc4831-Paper.pdf</a:t>
            </a:r>
          </a:p>
          <a:p xmlns:a="http://schemas.openxmlformats.org/drawingml/2006/main">
            <a:r>
              <a:t>- https://arxiv.org/pdf/1904.03090</a:t>
            </a:r>
          </a:p>
          <a:p xmlns:a="http://schemas.openxmlformats.org/drawingml/2006/main">
            <a:r>
              <a:t>[/Sources]</a:t>
            </a:r>
          </a:p>
          <ns0:p xmlns:ns0="http://schemas.openxmlformats.org/drawingml/2006/main">
            <ns0:r>
              <ns0:t>(WX)ij は W の第 i 行と X の第 j 列の内積。同じ行または列の成分は因子を共有する。W と X の独立性は Y の成分の独立性を意味しない。</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発表時間目安：2分25秒</a:t>
            </a:r>
          </a:p>
          <a:p xmlns:a="http://schemas.openxmlformats.org/drawingml/2006/main">
            <a:r>
              <a:t>標準正規変数Gを用いて、活性化関数の影響を二つのガウス積分で表します。θ₁は出力分散、θ₂は一次Hermite係数の二乗です。Pennington–Worahのガウス型モデルでは、極限スペクトルのStieltjes変換は自己無撞着方程式で特徴づけられ、fの影響は基本的にこの二量へ集約されます。Benigni–Péchéは、実解析的なfや部分ガウス的成分などの仮定の下で、このバルク極限を非ガウスの場合へ数学的に拡張しました。特別に、分散を規格化してθ₂=0ならMP型へ戻ります。例えば中心化した偶関数はこの条件を満たします。</a:t>
            </a:r>
          </a:p>
          <a:p xmlns:a="http://schemas.openxmlformats.org/drawingml/2006/main">
            <a:r>
              <a:t/>
            </a:r>
          </a:p>
          <a:p xmlns:a="http://schemas.openxmlformats.org/drawingml/2006/main">
            <a:r>
              <a:t>[Sources]</a:t>
            </a:r>
          </a:p>
          <a:p xmlns:a="http://schemas.openxmlformats.org/drawingml/2006/main">
            <a:r>
              <a:t>- https://proceedings.neurips.cc/paper_files/paper/2017/file/0f3d014eead934bbdbacb62a01dc4831-Paper.pdf</a:t>
            </a:r>
          </a:p>
          <a:p xmlns:a="http://schemas.openxmlformats.org/drawingml/2006/main">
            <a:r>
              <a:t>- https://projecteuclid.org/journals/electronic-journal-of-probability/volume-26/issue-none/Eigenvalue-distribution-of-some-nonlinear-models-of-random-matrices/10.1214/21-EJP699.full</a:t>
            </a:r>
          </a:p>
          <a:p xmlns:a="http://schemas.openxmlformats.org/drawingml/2006/main">
            <a:r>
              <a:t>[/Sources]</a:t>
            </a:r>
          </a:p>
          <ns0:p xmlns:ns0="http://schemas.openxmlformats.org/drawingml/2006/main">
            <ns0:r>
              <ns0:t>F=f(qG)、G はスカラー標準正規確率変数、q&gt;0 はガウス入力 qG の標準偏差。内積は E[UV]。a=E[GF] とすると F=aG+R、E[RG]=0。十分な正則性と可積分性の下でガウス部分積分により a=q E[f′(qG)]。theta1=||F||²、theta2=a²、theta1-theta2=||R||²。射影図は F と G が張る平面内の模式図。極限分布の二量への依存には各論文のモデル仮定を置く。分散を規格化し theta2=0 とすると MP 型の極限になる。</ns0:t>
            </ns0:r>
          </ns0:p>
          <ns1:p xmlns:ns1="http://schemas.openxmlformats.org/drawingml/2006/main">
            <ns1:r>
              <ns1:t>Pennington, J. and Worah, P. (2017), Nonlinear random matrix theory for deep learning. https://proceedings.neurips.cc/paper_files/paper/2017/hash/0f3d014eead934bbdbacb62a01dc4831-Abstract.html</ns1:t>
            </ns1:r>
          </ns1:p>
          <ns2:p xmlns:ns2="http://schemas.openxmlformats.org/drawingml/2006/main">
            <ns2:r>
              <ns2:t>Benigni, L. and Péché, S. (2021), Eigenvalue distribution of nonlinear models of random matrices. Electronic Journal of Probability 26. https://doi.org/10.1214/21-EJP699 ; https://arxiv.org/abs/1904.03090</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発表時間目安：2分</a:t>
            </a:r>
          </a:p>
          <a:p xmlns:a="http://schemas.openxmlformats.org/drawingml/2006/main">
            <a:r>
              <a:t>自己注意では、入力トークンから双線形なスコア行列Sを作り、各行へsoftmaxを施してAを得ます。各行の和が1なので、Aは行確率行列であり、A1=1が厳密に成り立ちます。一方で、Sの成分はWQとWKを共有するため独立ではありません。さらにsoftmaxの分母は行全体のスコアを結合します。前のf(WX)は成分ごとの非線形でしたが、ここでは非線形性が非局所的です。そのため従来の非線形ランダム特徴の道具を直接移すことはできません。</a:t>
            </a:r>
          </a:p>
          <a:p xmlns:a="http://schemas.openxmlformats.org/drawingml/2006/main">
            <a:r>
              <a:t/>
            </a:r>
          </a:p>
          <a:p xmlns:a="http://schemas.openxmlformats.org/drawingml/2006/main">
            <a:r>
              <a:t>[Sources]</a:t>
            </a:r>
          </a:p>
          <a:p xmlns:a="http://schemas.openxmlformats.org/drawingml/2006/main">
            <a:r>
              <a:t>- https://arxiv.org/pdf/2510.06685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発表時間目安：2分45秒</a:t>
            </a:r>
          </a:p>
          <a:p xmlns:a="http://schemas.openxmlformats.org/drawingml/2006/main">
            <a:r>
              <a:t>Hayase・Collins・Karakidaの結果を簡略化して述べます。入力の行が直交し、βを定数に固定し、文脈長ℓ・埋め込み次元d・query/key次元が比例して発散する設定です。Perron方向をA⊥=A−uℓuℓᵀで除くと、最大特異値は1へ収束し、√ℓA⊥の二乗特異値経験分布は決定論的なν∞へ収束します。したがって一つの巨視的モードと、ほとんど全てがℓ^{-1/2}尺度のバルクに分かれます。さらにバルクは、元の双線形スコアSと独立Gauss雑音Wを足した線形モデルと同じ極限をもち、その極限は一般にはMP則ではありません。これは経験分布の結果であり、個別の第2特異値までは制御しません。</a:t>
            </a:r>
          </a:p>
          <a:p xmlns:a="http://schemas.openxmlformats.org/drawingml/2006/main">
            <a:r>
              <a:t/>
            </a:r>
          </a:p>
          <a:p xmlns:a="http://schemas.openxmlformats.org/drawingml/2006/main">
            <a:r>
              <a:t>[Sources]</a:t>
            </a:r>
          </a:p>
          <a:p xmlns:a="http://schemas.openxmlformats.org/drawingml/2006/main">
            <a:r>
              <a:t>- https://arxiv.org/pdf/2510.06685</a:t>
            </a:r>
          </a:p>
          <a:p xmlns:a="http://schemas.openxmlformats.org/drawingml/2006/main">
            <a:r>
              <a:t>[/Sources]</a:t>
            </a:r>
          </a:p>
          <ns0:p xmlns:ns0="http://schemas.openxmlformats.org/drawingml/2006/main">
            <ns0:r>
              <ns0:t>Hayase–Collins–Karakida, arXiv:2510.06685v2, Sections 2–3. https://arxiv.org/html/2510.06685v2#S2</ns0:t>
            </ns0:r>
          </ns0:p>
          <ns1:p xmlns:ns1="http://schemas.openxmlformats.org/drawingml/2006/main">
            <ns1:r>
              <ns1:t>X is deterministic, X in R^(ell x d), XX^T=I_ell. W_Q,W_K in R^(d x d_qk), and all entries across both matrices are mutually independent N(0,1). beta&gt;0 is fixed. d,ell,d_qk tend to infinity with ell/d to gamma&gt;0 and d_qk/d to psi&gt;0 finite; gamma&lt;=1 follows from ell&lt;=d. The comparison W has independent N(0,1) entries and is independent of both weight matrices. The main result concerns the limiting bulk law, not an operator-norm approximation by Y_lin. Source definitions of S and row-softmax are repeated on the slide for reference.</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発表時間目安：1分45秒</a:t>
            </a:r>
          </a:p>
          <a:p xmlns:a="http://schemas.openxmlformats.org/drawingml/2006/main">
            <a:r>
              <a:t>まとめです。独立成分の標本共分散ではMP則が基準になります。成分ごとの非線形特徴では、複雑なfの情報が出力分散θ₁と一次Hermite成分θ₂へ圧縮されます。softmax自己注意では、行正規化による巨視的な一方向と、一般にMPではないバルクが現れます。共通する見方は、複雑な高次元非線形モデルを、少数の統計量をもつ扱いやすいランダム行列へ置き換えることです。最後に私が関心を持つ問いは、経験分布だけでなく、第2特異値がバルク右端へ張り付くかです。これは紹介した定理からは直ちに従わず、外れ値がないことや端の剛性が必要になる別の問題です。</a:t>
            </a:r>
          </a:p>
          <a:p xmlns:a="http://schemas.openxmlformats.org/drawingml/2006/main">
            <a:r>
              <a:t/>
            </a:r>
          </a:p>
          <a:p xmlns:a="http://schemas.openxmlformats.org/drawingml/2006/main">
            <a:r>
              <a:t>[Sources]</a:t>
            </a:r>
          </a:p>
          <a:p xmlns:a="http://schemas.openxmlformats.org/drawingml/2006/main">
            <a:r>
              <a:t>- https://doi.org/10.1070/SM1967v001n04ABEH001994</a:t>
            </a:r>
          </a:p>
          <a:p xmlns:a="http://schemas.openxmlformats.org/drawingml/2006/main">
            <a:r>
              <a:t>- https://proceedings.neurips.cc/paper/2017/hash/0f3d014eead934bbdbacb62a01dc4831-Abstract.html</a:t>
            </a:r>
          </a:p>
          <a:p xmlns:a="http://schemas.openxmlformats.org/drawingml/2006/main">
            <a:r>
              <a:t>- https://projecteuclid.org/journals/electronic-journal-of-probability/volume-26/issue-none/Eigenvalue-distribution-of-some-nonlinear-models-of-random-matrices/10.1214/21-EJP699.full</a:t>
            </a:r>
          </a:p>
          <a:p xmlns:a="http://schemas.openxmlformats.org/drawingml/2006/main">
            <a:r>
              <a:t>- https://arxiv.org/abs/2510.06685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e2f9c9a9084e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f222a77d784224" /><Relationship Type="http://schemas.openxmlformats.org/officeDocument/2006/relationships/slideLayout" Target="/ppt/slideLayouts/slideLayout1.xml" Id="R26459e43326e4b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459e43326e4b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81fbd74769144862"/><Relationship Type="http://schemas.openxmlformats.org/officeDocument/2006/relationships/notesSlide" Target="/ppt/notesSlides/notesSlide1.xml" Id="Rb6c78b208c2942d6"/></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ef2df3be925c41ae"/><Relationship Type="http://schemas.openxmlformats.org/officeDocument/2006/relationships/notesSlide" Target="/ppt/notesSlides/notesSlide2.xml" Id="R8ec7b3c3f02f4a00"/><Relationship Id="rIdTypeset2_1_svg" Type="http://schemas.openxmlformats.org/officeDocument/2006/relationships/image" Target="../media/equation_2_1.svg"/><Relationship Id="rIdTypeset2_1_png" Type="http://schemas.openxmlformats.org/officeDocument/2006/relationships/image" Target="../media/equation_2_1.png"/></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3066ccc498494f26"/><Relationship Type="http://schemas.openxmlformats.org/officeDocument/2006/relationships/chart" Target="/ppt/slides/charts/chart1.xml" Id="R0f0f46ff598a4679"/><Relationship Type="http://schemas.openxmlformats.org/officeDocument/2006/relationships/notesSlide" Target="/ppt/notesSlides/notesSlide3.xml" Id="Rfb8577f979034d2c"/><Relationship Id="rIdTypeset3_1_svg" Type="http://schemas.openxmlformats.org/officeDocument/2006/relationships/image" Target="../media/equation_3_1.svg"/><Relationship Id="rIdTypeset3_1_png" Type="http://schemas.openxmlformats.org/officeDocument/2006/relationships/image" Target="../media/equation_3_1.png"/><Relationship Id="rIdTypeset3_2_svg" Type="http://schemas.openxmlformats.org/officeDocument/2006/relationships/image" Target="../media/equation_3_2.svg"/><Relationship Id="rIdTypeset3_2_png" Type="http://schemas.openxmlformats.org/officeDocument/2006/relationships/image" Target="../media/equation_3_2.png"/><Relationship Id="rIdTypeset3_3_svg" Type="http://schemas.openxmlformats.org/officeDocument/2006/relationships/image" Target="../media/equation_3_3.svg"/><Relationship Id="rIdTypeset3_3_png" Type="http://schemas.openxmlformats.org/officeDocument/2006/relationships/image" Target="../media/equation_3_3.png"/><Relationship Id="rIdTypeset3_4_svg" Type="http://schemas.openxmlformats.org/officeDocument/2006/relationships/image" Target="../media/equation_3_4.svg"/><Relationship Id="rIdTypeset3_4_png" Type="http://schemas.openxmlformats.org/officeDocument/2006/relationships/image" Target="../media/equation_3_4.png"/><Relationship Id="rIdTypeset3_5_svg" Type="http://schemas.openxmlformats.org/officeDocument/2006/relationships/image" Target="../media/equation_3_5.svg"/><Relationship Id="rIdTypeset3_5_png" Type="http://schemas.openxmlformats.org/officeDocument/2006/relationships/image" Target="../media/equation_3_5.png"/><Relationship Id="rIdTypeset3_6_svg" Type="http://schemas.openxmlformats.org/officeDocument/2006/relationships/image" Target="../media/equation_3_6.svg"/><Relationship Id="rIdTypeset3_6_png" Type="http://schemas.openxmlformats.org/officeDocument/2006/relationships/image" Target="../media/equation_3_6.png"/><Relationship Id="rIdTypeset3_7_svg" Type="http://schemas.openxmlformats.org/officeDocument/2006/relationships/image" Target="../media/equation_3_7.svg"/><Relationship Id="rIdTypeset3_7_png" Type="http://schemas.openxmlformats.org/officeDocument/2006/relationships/image" Target="../media/equation_3_7.png"/><Relationship Id="rIdRevision2_s3_esd_png" Type="http://schemas.openxmlformats.org/officeDocument/2006/relationships/image" Target="../media/revision2_s3_esd.png"/><Relationship Id="rIdRevision2_s3_esd_svg" Type="http://schemas.openxmlformats.org/officeDocument/2006/relationships/image" Target="../media/revision2_s3_esd.svg"/></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b43046c829344e4b"/><Relationship Type="http://schemas.openxmlformats.org/officeDocument/2006/relationships/notesSlide" Target="/ppt/notesSlides/notesSlide4.xml" Id="Redafd8d8834d42ac"/><Relationship Id="rIdTypeset4_1_svg" Type="http://schemas.openxmlformats.org/officeDocument/2006/relationships/image" Target="../media/equation_4_1.svg"/><Relationship Id="rIdTypeset4_1_png" Type="http://schemas.openxmlformats.org/officeDocument/2006/relationships/image" Target="../media/equation_4_1.png"/><Relationship Id="rIdTypeset4_2_svg" Type="http://schemas.openxmlformats.org/officeDocument/2006/relationships/image" Target="../media/equation_4_2.svg"/><Relationship Id="rIdTypeset4_2_png" Type="http://schemas.openxmlformats.org/officeDocument/2006/relationships/image" Target="../media/equation_4_2.png"/><Relationship Id="rIdTypeset4_3_svg" Type="http://schemas.openxmlformats.org/officeDocument/2006/relationships/image" Target="../media/equation_4_3.svg"/><Relationship Id="rIdTypeset4_3_png" Type="http://schemas.openxmlformats.org/officeDocument/2006/relationships/image" Target="../media/equation_4_3.png"/><Relationship Id="rIdTypeset4_4_svg" Type="http://schemas.openxmlformats.org/officeDocument/2006/relationships/image" Target="../media/equation_4_4.svg"/><Relationship Id="rIdTypeset4_4_png" Type="http://schemas.openxmlformats.org/officeDocument/2006/relationships/image" Target="../media/equation_4_4.png"/><Relationship Id="rIdTypeset4_5_svg" Type="http://schemas.openxmlformats.org/officeDocument/2006/relationships/image" Target="../media/equation_4_5.svg"/><Relationship Id="rIdTypeset4_5_png" Type="http://schemas.openxmlformats.org/officeDocument/2006/relationships/image" Target="../media/equation_4_5.png"/><Relationship Id="rIdRevision2_s4_product_png" Type="http://schemas.openxmlformats.org/officeDocument/2006/relationships/image" Target="../media/revision2_s4_product.png"/><Relationship Id="rIdRevision2_s4_product_svg" Type="http://schemas.openxmlformats.org/officeDocument/2006/relationships/image" Target="../media/revision2_s4_product.svg"/></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28e08df8ff95434d"/><Relationship Type="http://schemas.openxmlformats.org/officeDocument/2006/relationships/notesSlide" Target="/ppt/notesSlides/notesSlide5.xml" Id="R0c41eee082e44301"/><Relationship Id="rIdTypeset5_1_svg" Type="http://schemas.openxmlformats.org/officeDocument/2006/relationships/image" Target="../media/equation_5_1.svg"/><Relationship Id="rIdTypeset5_1_png" Type="http://schemas.openxmlformats.org/officeDocument/2006/relationships/image" Target="../media/equation_5_1.png"/><Relationship Id="rIdTypeset5_2_svg" Type="http://schemas.openxmlformats.org/officeDocument/2006/relationships/image" Target="../media/equation_5_2.svg"/><Relationship Id="rIdTypeset5_2_png" Type="http://schemas.openxmlformats.org/officeDocument/2006/relationships/image" Target="../media/equation_5_2.png"/><Relationship Id="rIdTypeset5_3_svg" Type="http://schemas.openxmlformats.org/officeDocument/2006/relationships/image" Target="../media/equation_5_3.svg"/><Relationship Id="rIdTypeset5_3_png" Type="http://schemas.openxmlformats.org/officeDocument/2006/relationships/image" Target="../media/equation_5_3.png"/><Relationship Id="rIdTypeset5_4_svg" Type="http://schemas.openxmlformats.org/officeDocument/2006/relationships/image" Target="../media/equation_5_4.svg"/><Relationship Id="rIdTypeset5_4_png" Type="http://schemas.openxmlformats.org/officeDocument/2006/relationships/image" Target="../media/equation_5_4.png"/><Relationship Id="rIdTypeset5_5_svg" Type="http://schemas.openxmlformats.org/officeDocument/2006/relationships/image" Target="../media/equation_5_5.svg"/><Relationship Id="rIdTypeset5_5_png" Type="http://schemas.openxmlformats.org/officeDocument/2006/relationships/image" Target="../media/equation_5_5.png"/><Relationship Id="rIdRevision2_s5_setup_png" Type="http://schemas.openxmlformats.org/officeDocument/2006/relationships/image" Target="../media/revision2_s5_setup.png"/><Relationship Id="rIdRevision2_s5_setup_svg" Type="http://schemas.openxmlformats.org/officeDocument/2006/relationships/image" Target="../media/revision2_s5_setup.svg"/><Relationship Id="rIdRevision2_s5_inner_png" Type="http://schemas.openxmlformats.org/officeDocument/2006/relationships/image" Target="../media/revision2_s5_inner.png"/><Relationship Id="rIdRevision2_s5_inner_svg" Type="http://schemas.openxmlformats.org/officeDocument/2006/relationships/image" Target="../media/revision2_s5_inner.svg"/><Relationship Id="rIdRevision2_s5_coefficient_png" Type="http://schemas.openxmlformats.org/officeDocument/2006/relationships/image" Target="../media/revision2_s5_coefficient.png"/><Relationship Id="rIdRevision2_s5_coefficient_svg" Type="http://schemas.openxmlformats.org/officeDocument/2006/relationships/image" Target="../media/revision2_s5_coefficient.svg"/><Relationship Id="rIdRevision2_s5_decomp_png" Type="http://schemas.openxmlformats.org/officeDocument/2006/relationships/image" Target="../media/revision2_s5_decomp.png"/><Relationship Id="rIdRevision2_s5_decomp_svg" Type="http://schemas.openxmlformats.org/officeDocument/2006/relationships/image" Target="../media/revision2_s5_decomp.svg"/><Relationship Id="rIdRevision2_s5_pythagoras_png" Type="http://schemas.openxmlformats.org/officeDocument/2006/relationships/image" Target="../media/revision2_s5_pythagoras.png"/><Relationship Id="rIdRevision2_s5_pythagoras_svg" Type="http://schemas.openxmlformats.org/officeDocument/2006/relationships/image" Target="../media/revision2_s5_pythagoras.svg"/><Relationship Id="rIdRevision2_s5_F_png" Type="http://schemas.openxmlformats.org/officeDocument/2006/relationships/image" Target="../media/revision2_s5_F.png"/><Relationship Id="rIdRevision2_s5_F_svg" Type="http://schemas.openxmlformats.org/officeDocument/2006/relationships/image" Target="../media/revision2_s5_F.svg"/><Relationship Id="rIdRevision2_s5_aG_png" Type="http://schemas.openxmlformats.org/officeDocument/2006/relationships/image" Target="../media/revision2_s5_aG.png"/><Relationship Id="rIdRevision2_s5_aG_svg" Type="http://schemas.openxmlformats.org/officeDocument/2006/relationships/image" Target="../media/revision2_s5_aG.svg"/><Relationship Id="rIdRevision2_s5_R_png" Type="http://schemas.openxmlformats.org/officeDocument/2006/relationships/image" Target="../media/revision2_s5_R.png"/><Relationship Id="rIdRevision2_s5_R_svg" Type="http://schemas.openxmlformats.org/officeDocument/2006/relationships/image" Target="../media/revision2_s5_R.svg"/><Relationship Id="rIdRevision2_s5_span_png" Type="http://schemas.openxmlformats.org/officeDocument/2006/relationships/image" Target="../media/revision2_s5_span.png"/><Relationship Id="rIdRevision2_s5_span_svg" Type="http://schemas.openxmlformats.org/officeDocument/2006/relationships/image" Target="../media/revision2_s5_span.svg"/><Relationship Id="rIdRevision2_s5_zero_png" Type="http://schemas.openxmlformats.org/officeDocument/2006/relationships/image" Target="../media/revision2_s5_zero.png"/><Relationship Id="rIdRevision2_s5_zero_svg" Type="http://schemas.openxmlformats.org/officeDocument/2006/relationships/image" Target="../media/revision2_s5_zero.svg"/><Relationship Id="rIdRevision2_s5_takeaway_png" Type="http://schemas.openxmlformats.org/officeDocument/2006/relationships/image" Target="../media/revision2_s5_takeaway.png"/><Relationship Id="rIdRevision2_s5_takeaway_svg" Type="http://schemas.openxmlformats.org/officeDocument/2006/relationships/image" Target="../media/revision2_s5_takeaway.svg"/></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3d47d9f031894036"/><Relationship Type="http://schemas.openxmlformats.org/officeDocument/2006/relationships/notesSlide" Target="/ppt/notesSlides/notesSlide6.xml" Id="R63a6d1f0431f4d75"/><Relationship Id="rIdTypeset6_1_svg" Type="http://schemas.openxmlformats.org/officeDocument/2006/relationships/image" Target="../media/equation_6_1.svg"/><Relationship Id="rIdTypeset6_1_png" Type="http://schemas.openxmlformats.org/officeDocument/2006/relationships/image" Target="../media/equation_6_1.png"/><Relationship Id="rIdTypeset6_2_svg" Type="http://schemas.openxmlformats.org/officeDocument/2006/relationships/image" Target="../media/equation_6_2.svg"/><Relationship Id="rIdTypeset6_2_png" Type="http://schemas.openxmlformats.org/officeDocument/2006/relationships/image" Target="../media/equation_6_2.png"/><Relationship Id="rIdTypeset6_3_svg" Type="http://schemas.openxmlformats.org/officeDocument/2006/relationships/image" Target="../media/equation_6_3.svg"/><Relationship Id="rIdTypeset6_3_png" Type="http://schemas.openxmlformats.org/officeDocument/2006/relationships/image" Target="../media/equation_6_3.png"/></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ddf2df84217b4568"/><Relationship Type="http://schemas.openxmlformats.org/officeDocument/2006/relationships/notesSlide" Target="/ppt/notesSlides/notesSlide7.xml" Id="R5be99a8190d24fdd"/><Relationship Id="rIdTypeset7_1_svg" Type="http://schemas.openxmlformats.org/officeDocument/2006/relationships/image" Target="../media/equation_7_1.svg"/><Relationship Id="rIdTypeset7_1_png" Type="http://schemas.openxmlformats.org/officeDocument/2006/relationships/image" Target="../media/equation_7_1.png"/><Relationship Id="rIdTypeset7_2_svg" Type="http://schemas.openxmlformats.org/officeDocument/2006/relationships/image" Target="../media/equation_7_2.svg"/><Relationship Id="rIdTypeset7_2_png" Type="http://schemas.openxmlformats.org/officeDocument/2006/relationships/image" Target="../media/equation_7_2.png"/><Relationship Id="rIdTypeset7_3_svg" Type="http://schemas.openxmlformats.org/officeDocument/2006/relationships/image" Target="../media/equation_7_3.svg"/><Relationship Id="rIdTypeset7_3_png" Type="http://schemas.openxmlformats.org/officeDocument/2006/relationships/image" Target="../media/equation_7_3.png"/><Relationship Id="rIdTypeset7_4_svg" Type="http://schemas.openxmlformats.org/officeDocument/2006/relationships/image" Target="../media/equation_7_4.svg"/><Relationship Id="rIdTypeset7_4_png" Type="http://schemas.openxmlformats.org/officeDocument/2006/relationships/image" Target="../media/equation_7_4.png"/><Relationship Id="rIdTypeset7_5_svg" Type="http://schemas.openxmlformats.org/officeDocument/2006/relationships/image" Target="../media/equation_7_5.svg"/><Relationship Id="rIdTypeset7_5_png" Type="http://schemas.openxmlformats.org/officeDocument/2006/relationships/image" Target="../media/equation_7_5.png"/><Relationship Id="rIdTypeset7_6_svg" Type="http://schemas.openxmlformats.org/officeDocument/2006/relationships/image" Target="../media/equation_7_6.svg"/><Relationship Id="rIdTypeset7_6_png" Type="http://schemas.openxmlformats.org/officeDocument/2006/relationships/image" Target="../media/equation_7_6.png"/><Relationship Id="rIdTypeset7_7_svg" Type="http://schemas.openxmlformats.org/officeDocument/2006/relationships/image" Target="../media/equation_7_7.svg"/><Relationship Id="rIdTypeset7_7_png" Type="http://schemas.openxmlformats.org/officeDocument/2006/relationships/image" Target="../media/equation_7_7.png"/><Relationship Id="rIdTypeset7_8_svg" Type="http://schemas.openxmlformats.org/officeDocument/2006/relationships/image" Target="../media/equation_7_8.svg"/><Relationship Id="rIdTypeset7_8_png" Type="http://schemas.openxmlformats.org/officeDocument/2006/relationships/image" Target="../media/equation_7_8.png"/><Relationship Id="rIdRevision4_score_png" Type="http://schemas.openxmlformats.org/officeDocument/2006/relationships/image" Target="../media/revision4_score.png"/><Relationship Id="rIdRevision4_score_svg" Type="http://schemas.openxmlformats.org/officeDocument/2006/relationships/image" Target="../media/revision4_score.svg"/><Relationship Id="rIdRevision4_softmax_png" Type="http://schemas.openxmlformats.org/officeDocument/2006/relationships/image" Target="../media/revision4_softmax.png"/><Relationship Id="rIdRevision4_softmax_svg" Type="http://schemas.openxmlformats.org/officeDocument/2006/relationships/image" Target="../media/revision4_softmax.svg"/><Relationship Id="rIdRevision4_input_png" Type="http://schemas.openxmlformats.org/officeDocument/2006/relationships/image" Target="../media/revision4_input.png"/><Relationship Id="rIdRevision4_input_svg" Type="http://schemas.openxmlformats.org/officeDocument/2006/relationships/image" Target="../media/revision4_input.svg"/><Relationship Id="rIdRevision4_weights_png" Type="http://schemas.openxmlformats.org/officeDocument/2006/relationships/image" Target="../media/revision4_weights.png"/><Relationship Id="rIdRevision4_weights_svg" Type="http://schemas.openxmlformats.org/officeDocument/2006/relationships/image" Target="../media/revision4_weights.svg"/><Relationship Id="rIdRevision4_fixed_png" Type="http://schemas.openxmlformats.org/officeDocument/2006/relationships/image" Target="../media/revision4_fixed.png"/><Relationship Id="rIdRevision4_fixed_svg" Type="http://schemas.openxmlformats.org/officeDocument/2006/relationships/image" Target="../media/revision4_fixed.svg"/><Relationship Id="rIdRevision4_ratios_png" Type="http://schemas.openxmlformats.org/officeDocument/2006/relationships/image" Target="../media/revision4_ratios.png"/><Relationship Id="rIdRevision4_ratios_svg" Type="http://schemas.openxmlformats.org/officeDocument/2006/relationships/image" Target="../media/revision4_ratios.svg"/><Relationship Id="rIdRevision4_center_png" Type="http://schemas.openxmlformats.org/officeDocument/2006/relationships/image" Target="../media/revision4_center.png"/><Relationship Id="rIdRevision4_center_svg" Type="http://schemas.openxmlformats.org/officeDocument/2006/relationships/image" Target="../media/revision4_center.svg"/><Relationship Id="rIdRevision4_result_png" Type="http://schemas.openxmlformats.org/officeDocument/2006/relationships/image" Target="../media/revision4_result.png"/><Relationship Id="rIdRevision4_result_svg" Type="http://schemas.openxmlformats.org/officeDocument/2006/relationships/image" Target="../media/revision4_result.svg"/><Relationship Id="rIdRevision4_linear_png" Type="http://schemas.openxmlformats.org/officeDocument/2006/relationships/image" Target="../media/revision4_linear.png"/><Relationship Id="rIdRevision4_linear_svg" Type="http://schemas.openxmlformats.org/officeDocument/2006/relationships/image" Target="../media/revision4_linear.svg"/><Relationship Id="rIdRevision4_theta_png" Type="http://schemas.openxmlformats.org/officeDocument/2006/relationships/image" Target="../media/revision4_theta.png"/><Relationship Id="rIdRevision4_theta_svg" Type="http://schemas.openxmlformats.org/officeDocument/2006/relationships/image" Target="../media/revision4_theta.svg"/><Relationship Id="rIdRevision4_nonmp_png" Type="http://schemas.openxmlformats.org/officeDocument/2006/relationships/image" Target="../media/revision4_nonmp.png"/><Relationship Id="rIdRevision4_nonmp_svg" Type="http://schemas.openxmlformats.org/officeDocument/2006/relationships/image" Target="../media/revision4_nonmp.svg"/></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0fa205b4b33e4ad2"/><Relationship Type="http://schemas.openxmlformats.org/officeDocument/2006/relationships/notesSlide" Target="/ppt/notesSlides/notesSlide8.xml" Id="R5cd07afcd1794958"/><Relationship Id="rIdTypeset8_1_svg" Type="http://schemas.openxmlformats.org/officeDocument/2006/relationships/image" Target="../media/equation_8_1.svg"/><Relationship Id="rIdTypeset8_1_png" Type="http://schemas.openxmlformats.org/officeDocument/2006/relationships/image" Target="../media/equation_8_1.png"/><Relationship Id="rIdTypeset8_2_svg" Type="http://schemas.openxmlformats.org/officeDocument/2006/relationships/image" Target="../media/equation_8_2.svg"/><Relationship Id="rIdTypeset8_2_png" Type="http://schemas.openxmlformats.org/officeDocument/2006/relationships/image" Target="../media/equation_8_2.png"/></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MP density</c:v>
          </c:tx>
          <c:spPr>
            <a:ln xmlns:a="http://schemas.openxmlformats.org/drawingml/2006/main" w="38100">
              <a:solidFill>
                <a:srgbClr val="1678A7"/>
              </a:solidFill>
              <a:prstDash val="solid"/>
            </a:ln>
          </c:spPr>
          <c:marker>
            <c:symbol val="none"/>
            <c:size val="2"/>
          </c:marker>
          <c:cat>
            <c:numRef>
              <c:f>'Chart Data'!$A$2:$A$42</c:f>
              <c:numCache>
                <c:formatCode>General</c:formatCode>
                <c:ptCount val="4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numCache>
            </c:numRef>
          </c:cat>
          <c:val>
            <c:numRef>
              <c:f>'Chart Data'!$B$2:$B$42</c:f>
              <c:numCache>
                <c:formatCode>General</c:formatCode>
                <c:ptCount val="41"/>
                <c:pt idx="0">
                  <c:v>0</c:v>
                </c:pt>
                <c:pt idx="1">
                  <c:v>0.8982</c:v>
                </c:pt>
                <c:pt idx="2">
                  <c:v>0.8636</c:v>
                </c:pt>
                <c:pt idx="3">
                  <c:v>0.796</c:v>
                </c:pt>
                <c:pt idx="4">
                  <c:v>0.7327</c:v>
                </c:pt>
                <c:pt idx="5">
                  <c:v>0.6777</c:v>
                </c:pt>
                <c:pt idx="6">
                  <c:v>0.6303</c:v>
                </c:pt>
                <c:pt idx="7">
                  <c:v>0.589</c:v>
                </c:pt>
                <c:pt idx="8">
                  <c:v>0.5528</c:v>
                </c:pt>
                <c:pt idx="9">
                  <c:v>0.5206</c:v>
                </c:pt>
                <c:pt idx="10">
                  <c:v>0.4917</c:v>
                </c:pt>
                <c:pt idx="11">
                  <c:v>0.4655</c:v>
                </c:pt>
                <c:pt idx="12">
                  <c:v>0.4416</c:v>
                </c:pt>
                <c:pt idx="13">
                  <c:v>0.4196</c:v>
                </c:pt>
                <c:pt idx="14">
                  <c:v>0.3992</c:v>
                </c:pt>
                <c:pt idx="15">
                  <c:v>0.3802</c:v>
                </c:pt>
                <c:pt idx="16">
                  <c:v>0.3624</c:v>
                </c:pt>
                <c:pt idx="17">
                  <c:v>0.3456</c:v>
                </c:pt>
                <c:pt idx="18">
                  <c:v>0.3297</c:v>
                </c:pt>
                <c:pt idx="19">
                  <c:v>0.3146</c:v>
                </c:pt>
                <c:pt idx="20">
                  <c:v>0.3001</c:v>
                </c:pt>
                <c:pt idx="21">
                  <c:v>0.2862</c:v>
                </c:pt>
                <c:pt idx="22">
                  <c:v>0.2729</c:v>
                </c:pt>
                <c:pt idx="23">
                  <c:v>0.2599</c:v>
                </c:pt>
                <c:pt idx="24">
                  <c:v>0.2474</c:v>
                </c:pt>
                <c:pt idx="25">
                  <c:v>0.2352</c:v>
                </c:pt>
                <c:pt idx="26">
                  <c:v>0.2232</c:v>
                </c:pt>
                <c:pt idx="27">
                  <c:v>0.2114</c:v>
                </c:pt>
                <c:pt idx="28">
                  <c:v>0.1997</c:v>
                </c:pt>
                <c:pt idx="29">
                  <c:v>0.1882</c:v>
                </c:pt>
                <c:pt idx="30">
                  <c:v>0.1766</c:v>
                </c:pt>
                <c:pt idx="31">
                  <c:v>0.1651</c:v>
                </c:pt>
                <c:pt idx="32">
                  <c:v>0.1533</c:v>
                </c:pt>
                <c:pt idx="33">
                  <c:v>0.1414</c:v>
                </c:pt>
                <c:pt idx="34">
                  <c:v>0.1291</c:v>
                </c:pt>
                <c:pt idx="35">
                  <c:v>0.1163</c:v>
                </c:pt>
                <c:pt idx="36">
                  <c:v>0.1026</c:v>
                </c:pt>
                <c:pt idx="37">
                  <c:v>0.0878</c:v>
                </c:pt>
                <c:pt idx="38">
                  <c:v>0.0708</c:v>
                </c:pt>
                <c:pt idx="39">
                  <c:v>0.0494</c:v>
                </c:pt>
                <c:pt idx="40">
                  <c:v>0</c:v>
                </c:pt>
              </c:numCache>
            </c:numRef>
          </c:val>
          <c:smooth val="1"/>
        </c:ser>
        <c:smooth val="1"/>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numFmt formatCode="General"/>
        <c:majorTickMark val="none"/>
        <c:minorTickMark val="none"/>
        <c:tickLblPos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CFCFA"/>
        </a:solidFill>
        <a:ln xmlns:a="http://schemas.openxmlformats.org/drawingml/2006/main" w="9525">
          <a:solidFill>
            <a:srgbClr val="C9CDD3"/>
          </a:solidFill>
          <a:prstDash val="solid"/>
        </a:ln>
      </c:spPr>
    </c:plotArea>
    <c:plotVisOnly val="1"/>
  </c:chart>
  <c:spPr>
    <a:solidFill xmlns:a="http://schemas.openxmlformats.org/drawingml/2006/main">
      <a:srgbClr val="FCFCFA"/>
    </a:solidFill>
    <a:ln xmlns:a="http://schemas.openxmlformats.org/drawingml/2006/main" w="0">
      <a:solidFill>
        <a:srgbClr val="FCFCFA"/>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474E92D0-C480-4BE2-BC3D-F36CBB654C5A}"/>
              </a:ext>
            </a:extLst>
          </p:cNvPr>
          <p:cNvSpPr>
            <a:spLocks xmlns:a="http://schemas.openxmlformats.org/drawingml/2006/main" noGrp="1"/>
          </p:cNvSpPr>
          <p:nvPr/>
        </p:nvSpPr>
        <p:spPr>
          <a:xfrm xmlns:a="http://schemas.openxmlformats.org/drawingml/2006/main">
            <a:off x="400050" y="1657350"/>
            <a:ext cx="981075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4800" b="1" i="0">
                <a:solidFill>
                  <a:srgbClr val="111111"/>
                </a:solidFill>
                <a:latin typeface="Noto Sans CJK JP"/>
                <a:ea typeface="Noto Sans CJK JP"/>
                <a:cs typeface="Noto Sans CJK JP"/>
              </a:defRPr>
            </a:pPr>
            <a:r>
              <a:rPr sz="4800" b="1" i="0">
                <a:solidFill>
                  <a:srgbClr val="111111"/>
                </a:solidFill>
                <a:latin typeface="Noto Sans CJK JP"/>
                <a:ea typeface="Noto Sans CJK JP"/>
                <a:cs typeface="Noto Sans CJK JP"/>
              </a:rPr>
              <a:t>機械学習に現れる</a:t>
            </a:r>
          </a:p>
          <a:p xmlns:a="http://schemas.openxmlformats.org/drawingml/2006/main">
            <a:pPr algn="l">
              <a:defRPr sz="4800" b="1" i="0">
                <a:solidFill>
                  <a:srgbClr val="111111"/>
                </a:solidFill>
                <a:latin typeface="Noto Sans CJK JP"/>
                <a:ea typeface="Noto Sans CJK JP"/>
                <a:cs typeface="Noto Sans CJK JP"/>
              </a:defRPr>
            </a:pPr>
            <a:r>
              <a:rPr sz="4800" b="1" i="0">
                <a:solidFill>
                  <a:srgbClr val="111111"/>
                </a:solidFill>
                <a:latin typeface="Noto Sans CJK JP"/>
                <a:ea typeface="Noto Sans CJK JP"/>
                <a:cs typeface="Noto Sans CJK JP"/>
              </a:rPr>
              <a:t>非線形ランダム行列</a:t>
            </a:r>
          </a:p>
        </p:txBody>
      </p:sp>
      <p:sp>
        <p:nvSpPr>
          <p:cNvPr id="5" name="">
            <a:extLst xmlns:a="http://schemas.openxmlformats.org/drawingml/2006/main">
              <a:ext uri="{FF2B5EF4-FFF2-40B4-BE49-F238E27FC236}">
                <a16:creationId xmlns:a16="http://schemas.microsoft.com/office/drawing/2014/main" id="{6A7E5CED-CCCD-48C9-AEC3-BE8811768A50}"/>
              </a:ext>
            </a:extLst>
          </p:cNvPr>
          <p:cNvSpPr>
            <a:spLocks xmlns:a="http://schemas.openxmlformats.org/drawingml/2006/main" noGrp="1"/>
          </p:cNvSpPr>
          <p:nvPr/>
        </p:nvSpPr>
        <p:spPr>
          <a:xfrm xmlns:a="http://schemas.openxmlformats.org/drawingml/2006/main">
            <a:off x="419100" y="5314950"/>
            <a:ext cx="723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0" i="0">
                <a:solidFill>
                  <a:srgbClr val="111111"/>
                </a:solidFill>
                <a:latin typeface="Noto Sans CJK JP"/>
                <a:ea typeface="Noto Sans CJK JP"/>
                <a:cs typeface="Noto Sans CJK JP"/>
              </a:defRPr>
            </a:pPr>
            <a:r>
              <a:rPr sz="1650" b="0" i="0">
                <a:solidFill>
                  <a:srgbClr val="111111"/>
                </a:solidFill>
                <a:latin typeface="Noto Sans CJK JP"/>
                <a:ea typeface="Noto Sans CJK JP"/>
                <a:cs typeface="Noto Sans CJK JP"/>
              </a:rPr>
              <a:t>Alexander Jerschow</a:t>
            </a:r>
          </a:p>
          <a:p xmlns:a="http://schemas.openxmlformats.org/drawingml/2006/main">
            <a:pPr algn="l">
              <a:defRPr sz="1650" b="0" i="0">
                <a:solidFill>
                  <a:srgbClr val="111111"/>
                </a:solidFill>
                <a:latin typeface="Noto Sans CJK JP"/>
                <a:ea typeface="Noto Sans CJK JP"/>
                <a:cs typeface="Noto Sans CJK JP"/>
              </a:defRPr>
            </a:pPr>
            <a:r>
              <a:rPr sz="1650" b="0" i="0">
                <a:solidFill>
                  <a:srgbClr val="111111"/>
                </a:solidFill>
                <a:latin typeface="Noto Sans CJK JP"/>
                <a:ea typeface="Noto Sans CJK JP"/>
                <a:cs typeface="Noto Sans CJK JP"/>
              </a:rPr>
              <a:t>名古屋大学大学院 多元数理科学研究科（M2）</a:t>
            </a:r>
          </a:p>
        </p:txBody>
      </p:sp>
    </p:spTree>
    <p:extLst>
      <p:ext uri="{BB962C8B-B14F-4D97-AF65-F5344CB8AC3E}">
        <p14:creationId xmlns:p14="http://schemas.microsoft.com/office/powerpoint/2010/main" val="1979240764"/>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2E2D46E-0EF3-46DE-9C53-42CF98FBD891}"/>
              </a:ext>
            </a:extLst>
          </p:cNvPr>
          <p:cNvSpPr>
            <a:spLocks xmlns:a="http://schemas.openxmlformats.org/drawingml/2006/main" noGrp="1"/>
          </p:cNvSpPr>
          <p:nvPr/>
        </p:nvSpPr>
        <p:spPr>
          <a:xfrm xmlns:a="http://schemas.openxmlformats.org/drawingml/2006/main">
            <a:off x="400050" y="57150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3150" b="1" i="0">
                <a:solidFill>
                  <a:srgbClr val="111111"/>
                </a:solidFill>
                <a:latin typeface="Noto Sans CJK JP"/>
                <a:ea typeface="Noto Sans CJK JP"/>
                <a:cs typeface="Noto Sans CJK JP"/>
              </a:defRPr>
            </a:pPr>
            <a:r>
              <a:rPr sz="3150" b="1" i="0">
                <a:solidFill>
                  <a:srgbClr val="111111"/>
                </a:solidFill>
                <a:latin typeface="Noto Sans CJK JP"/>
                <a:ea typeface="Noto Sans CJK JP"/>
                <a:cs typeface="Noto Sans CJK JP"/>
              </a:rPr>
              <a:t>なぜスペクトルを見るのか</a:t>
            </a:r>
          </a:p>
        </p:txBody>
      </p:sp>
      <p:cxnSp>
        <p:nvCxnSpPr>
          <p:cNvPr id="23" name=""/>
          <p:cNvCxnSpPr/>
          <p:nvPr/>
        </p:nvCxnSpPr>
        <p:spPr>
          <a:xfrm xmlns:a="http://schemas.openxmlformats.org/drawingml/2006/main">
            <a:off x="400050" y="1314450"/>
            <a:ext cx="11391900" cy="0"/>
          </a:xfrm>
          <a:prstGeom xmlns:a="http://schemas.openxmlformats.org/drawingml/2006/main" prst="straightConnector1">
            <a:avLst/>
          </a:prstGeom>
          <a:ln xmlns:a="http://schemas.openxmlformats.org/drawingml/2006/main" w="9525">
            <a:solidFill>
              <a:srgbClr val="111111"/>
            </a:solidFill>
            <a:prstDash val="solid"/>
          </a:ln>
        </p:spPr>
      </p:cxnSp>
      <p:sp>
        <p:nvSpPr>
          <p:cNvPr id="4" name="">
            <a:extLst xmlns:a="http://schemas.openxmlformats.org/drawingml/2006/main">
              <a:ext uri="{FF2B5EF4-FFF2-40B4-BE49-F238E27FC236}">
                <a16:creationId xmlns:a16="http://schemas.microsoft.com/office/drawing/2014/main" id="{40DC09C9-DA22-473B-B99D-53B21F626277}"/>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809"/>
          </a:bodyPr>
          <a:lstStyle xmlns:a="http://schemas.openxmlformats.org/drawingml/2006/main"/>
          <a:p xmlns:a="http://schemas.openxmlformats.org/drawingml/2006/main">
            <a:pPr algn="r">
              <a:defRPr sz="1050" b="1" i="0">
                <a:solidFill>
                  <a:srgbClr val="5D6470"/>
                </a:solidFill>
                <a:latin typeface="Noto Sans CJK JP"/>
                <a:ea typeface="Noto Sans CJK JP"/>
                <a:cs typeface="Noto Sans CJK JP"/>
              </a:defRPr>
            </a:pPr>
            <a:r>
              <a:rPr sz="1050" b="1" i="0">
                <a:solidFill>
                  <a:srgbClr val="5D6470"/>
                </a:solidFill>
                <a:latin typeface="Noto Sans CJK JP"/>
                <a:ea typeface="Noto Sans CJK JP"/>
                <a:cs typeface="Noto Sans CJK JP"/>
              </a:rPr>
              <a:t>02</a:t>
            </a:r>
          </a:p>
        </p:txBody>
      </p:sp>
      <p:sp>
        <p:nvSpPr>
          <p:cNvPr id="5" name="">
            <a:extLst xmlns:a="http://schemas.openxmlformats.org/drawingml/2006/main">
              <a:ext uri="{FF2B5EF4-FFF2-40B4-BE49-F238E27FC236}">
                <a16:creationId xmlns:a16="http://schemas.microsoft.com/office/drawing/2014/main" id="{1FB99C77-0BAC-4AD5-A847-E2D53A62FDCD}"/>
              </a:ext>
            </a:extLst>
          </p:cNvPr>
          <p:cNvSpPr>
            <a:spLocks xmlns:a="http://schemas.openxmlformats.org/drawingml/2006/main" noGrp="1"/>
          </p:cNvSpPr>
          <p:nvPr/>
        </p:nvSpPr>
        <p:spPr>
          <a:xfrm xmlns:a="http://schemas.openxmlformats.org/drawingml/2006/main">
            <a:off x="400050" y="1733550"/>
            <a:ext cx="5238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i="0">
                <a:solidFill>
                  <a:srgbClr val="111111"/>
                </a:solidFill>
                <a:latin typeface="Noto Sans CJK JP"/>
                <a:ea typeface="Noto Sans CJK JP"/>
                <a:cs typeface="Noto Sans CJK JP"/>
              </a:defRPr>
            </a:pPr>
            <a:r>
              <a:rPr sz="2850" b="1" i="0">
                <a:solidFill>
                  <a:srgbClr val="111111"/>
                </a:solidFill>
                <a:latin typeface="Noto Sans CJK JP"/>
                <a:ea typeface="Noto Sans CJK JP"/>
                <a:cs typeface="Noto Sans CJK JP"/>
              </a:rPr>
              <a:t>巨大な特徴行列を、</a:t>
            </a:r>
          </a:p>
          <a:p xmlns:a="http://schemas.openxmlformats.org/drawingml/2006/main">
            <a:pPr algn="l">
              <a:defRPr sz="2850" b="1" i="0">
                <a:solidFill>
                  <a:srgbClr val="111111"/>
                </a:solidFill>
                <a:latin typeface="Noto Sans CJK JP"/>
                <a:ea typeface="Noto Sans CJK JP"/>
                <a:cs typeface="Noto Sans CJK JP"/>
              </a:defRPr>
            </a:pPr>
            <a:r>
              <a:rPr sz="2850" b="1" i="0">
                <a:solidFill>
                  <a:srgbClr val="111111"/>
                </a:solidFill>
                <a:latin typeface="Noto Sans CJK JP"/>
                <a:ea typeface="Noto Sans CJK JP"/>
                <a:cs typeface="Noto Sans CJK JP"/>
              </a:rPr>
              <a:t>固有値の「分布」として見る</a:t>
            </a:r>
          </a:p>
        </p:txBody>
      </p:sp>
      <p:sp>
        <p:nvSpPr>
          <p:cNvPr id="6" name="">
            <a:extLst xmlns:a="http://schemas.openxmlformats.org/drawingml/2006/main">
              <a:ext uri="{FF2B5EF4-FFF2-40B4-BE49-F238E27FC236}">
                <a16:creationId xmlns:a16="http://schemas.microsoft.com/office/drawing/2014/main" id="{0005B14B-9C29-499A-94AC-8859A2F40DD3}"/>
              </a:ext>
            </a:extLst>
          </p:cNvPr>
          <p:cNvSpPr>
            <a:spLocks xmlns:a="http://schemas.openxmlformats.org/drawingml/2006/main" noGrp="1"/>
          </p:cNvSpPr>
          <p:nvPr/>
        </p:nvSpPr>
        <p:spPr>
          <a:xfrm xmlns:a="http://schemas.openxmlformats.org/drawingml/2006/main">
            <a:off x="400050" y="3286125"/>
            <a:ext cx="5238750" cy="1066800"/>
          </a:xfrm>
          <a:prstGeom xmlns:a="http://schemas.openxmlformats.org/drawingml/2006/main" prst="roundRect">
            <a:avLst>
              <a:gd name="adj" fmla="val 7143"/>
            </a:avLst>
          </a:prstGeom>
          <a:solidFill xmlns:a="http://schemas.openxmlformats.org/drawingml/2006/main">
            <a:srgbClr val="111111"/>
          </a:solidFill>
          <a:ln xmlns:a="http://schemas.openxmlformats.org/drawingml/2006/main" w="0">
            <a:solidFill>
              <a:srgbClr val="111111"/>
            </a:solidFill>
            <a:prstDash val="solid"/>
          </a:ln>
        </p:spPr>
      </p:sp>
      <p:sp>
        <p:nvSpPr>
          <p:cNvPr id="8" name="">
            <a:extLst xmlns:a="http://schemas.openxmlformats.org/drawingml/2006/main">
              <a:ext uri="{FF2B5EF4-FFF2-40B4-BE49-F238E27FC236}">
                <a16:creationId xmlns:a16="http://schemas.microsoft.com/office/drawing/2014/main" id="{530F6D5F-861C-42DA-874C-5FDA21B12492}"/>
              </a:ext>
            </a:extLst>
          </p:cNvPr>
          <p:cNvSpPr>
            <a:spLocks xmlns:a="http://schemas.openxmlformats.org/drawingml/2006/main" noGrp="1"/>
          </p:cNvSpPr>
          <p:nvPr/>
        </p:nvSpPr>
        <p:spPr>
          <a:xfrm xmlns:a="http://schemas.openxmlformats.org/drawingml/2006/main">
            <a:off x="438150" y="4648200"/>
            <a:ext cx="514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0" i="0">
                <a:solidFill>
                  <a:srgbClr val="5D6470"/>
                </a:solidFill>
                <a:latin typeface="Noto Sans CJK JP"/>
                <a:ea typeface="Noto Sans CJK JP"/>
                <a:cs typeface="Noto Sans CJK JP"/>
              </a:defRPr>
            </a:pPr>
            <a:r>
              <a:rPr sz="1650" b="0" i="0">
                <a:solidFill>
                  <a:srgbClr val="5D6470"/>
                </a:solidFill>
                <a:latin typeface="Noto Sans CJK JP"/>
                <a:ea typeface="Noto Sans CJK JP"/>
                <a:cs typeface="Noto Sans CJK JP"/>
              </a:rPr>
              <a:t>学習性能を直接決める量ではなく、</a:t>
            </a:r>
          </a:p>
          <a:p xmlns:a="http://schemas.openxmlformats.org/drawingml/2006/main">
            <a:pPr algn="l">
              <a:defRPr sz="1650" b="0" i="0">
                <a:solidFill>
                  <a:srgbClr val="5D6470"/>
                </a:solidFill>
                <a:latin typeface="Noto Sans CJK JP"/>
                <a:ea typeface="Noto Sans CJK JP"/>
                <a:cs typeface="Noto Sans CJK JP"/>
              </a:defRPr>
            </a:pPr>
            <a:r>
              <a:rPr sz="1650" b="0" i="0">
                <a:solidFill>
                  <a:srgbClr val="5D6470"/>
                </a:solidFill>
                <a:latin typeface="Noto Sans CJK JP"/>
                <a:ea typeface="Noto Sans CJK JP"/>
                <a:cs typeface="Noto Sans CJK JP"/>
              </a:rPr>
              <a:t>高次元の幾何を要約する基準量</a:t>
            </a:r>
          </a:p>
        </p:txBody>
      </p:sp>
      <p:sp>
        <p:nvSpPr>
          <p:cNvPr id="9" name="">
            <a:extLst xmlns:a="http://schemas.openxmlformats.org/drawingml/2006/main">
              <a:ext uri="{FF2B5EF4-FFF2-40B4-BE49-F238E27FC236}">
                <a16:creationId xmlns:a16="http://schemas.microsoft.com/office/drawing/2014/main" id="{B838E024-CFB4-47AC-B089-8ACBA8214DE8}"/>
              </a:ext>
            </a:extLst>
          </p:cNvPr>
          <p:cNvSpPr>
            <a:spLocks xmlns:a="http://schemas.openxmlformats.org/drawingml/2006/main" noGrp="1"/>
          </p:cNvSpPr>
          <p:nvPr/>
        </p:nvSpPr>
        <p:spPr>
          <a:xfrm xmlns:a="http://schemas.openxmlformats.org/drawingml/2006/main">
            <a:off x="6191250" y="1695450"/>
            <a:ext cx="5600700" cy="1123950"/>
          </a:xfrm>
          <a:prstGeom xmlns:a="http://schemas.openxmlformats.org/drawingml/2006/main" prst="roundRect">
            <a:avLst>
              <a:gd name="adj" fmla="val 6780"/>
            </a:avLst>
          </a:prstGeom>
          <a:solidFill xmlns:a="http://schemas.openxmlformats.org/drawingml/2006/main">
            <a:srgbClr val="E8F6FC"/>
          </a:solidFill>
          <a:ln xmlns:a="http://schemas.openxmlformats.org/drawingml/2006/main" w="9525">
            <a:solidFill>
              <a:srgbClr val="1678A7"/>
            </a:solidFill>
            <a:prstDash val="solid"/>
          </a:ln>
        </p:spPr>
      </p:sp>
      <p:sp>
        <p:nvSpPr>
          <p:cNvPr id="10" name="">
            <a:extLst xmlns:a="http://schemas.openxmlformats.org/drawingml/2006/main">
              <a:ext uri="{FF2B5EF4-FFF2-40B4-BE49-F238E27FC236}">
                <a16:creationId xmlns:a16="http://schemas.microsoft.com/office/drawing/2014/main" id="{91595D7D-42E2-45C9-BF5B-990DE3B77AC1}"/>
              </a:ext>
            </a:extLst>
          </p:cNvPr>
          <p:cNvSpPr>
            <a:spLocks xmlns:a="http://schemas.openxmlformats.org/drawingml/2006/main" noGrp="1"/>
          </p:cNvSpPr>
          <p:nvPr/>
        </p:nvSpPr>
        <p:spPr>
          <a:xfrm xmlns:a="http://schemas.openxmlformats.org/drawingml/2006/main">
            <a:off x="6419850" y="1866900"/>
            <a:ext cx="628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725" b="1" i="0">
                <a:solidFill>
                  <a:srgbClr val="1678A7"/>
                </a:solidFill>
                <a:latin typeface="Noto Sans CJK JP"/>
                <a:ea typeface="Noto Sans CJK JP"/>
                <a:cs typeface="Noto Sans CJK JP"/>
              </a:defRPr>
            </a:pPr>
            <a:r>
              <a:rPr sz="1725" b="1" i="0">
                <a:solidFill>
                  <a:srgbClr val="1678A7"/>
                </a:solidFill>
                <a:latin typeface="Noto Sans CJK JP"/>
                <a:ea typeface="Noto Sans CJK JP"/>
                <a:cs typeface="Noto Sans CJK JP"/>
              </a:rPr>
              <a:t>01</a:t>
            </a:r>
          </a:p>
        </p:txBody>
      </p:sp>
      <p:sp>
        <p:nvSpPr>
          <p:cNvPr id="11" name="">
            <a:extLst xmlns:a="http://schemas.openxmlformats.org/drawingml/2006/main">
              <a:ext uri="{FF2B5EF4-FFF2-40B4-BE49-F238E27FC236}">
                <a16:creationId xmlns:a16="http://schemas.microsoft.com/office/drawing/2014/main" id="{A627D0D7-4118-4A7A-A4CB-7908A67EC63C}"/>
              </a:ext>
            </a:extLst>
          </p:cNvPr>
          <p:cNvSpPr>
            <a:spLocks xmlns:a="http://schemas.openxmlformats.org/drawingml/2006/main" noGrp="1"/>
          </p:cNvSpPr>
          <p:nvPr/>
        </p:nvSpPr>
        <p:spPr>
          <a:xfrm xmlns:a="http://schemas.openxmlformats.org/drawingml/2006/main">
            <a:off x="7162800" y="183832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7654"/>
          </a:bodyPr>
          <a:lstStyle xmlns:a="http://schemas.openxmlformats.org/drawingml/2006/main"/>
          <a:p xmlns:a="http://schemas.openxmlformats.org/drawingml/2006/main">
            <a:pPr algn="l">
              <a:defRPr sz="2025" b="1" i="0">
                <a:solidFill>
                  <a:srgbClr val="111111"/>
                </a:solidFill>
                <a:latin typeface="Noto Sans CJK JP"/>
                <a:ea typeface="Noto Sans CJK JP"/>
                <a:cs typeface="Noto Sans CJK JP"/>
              </a:defRPr>
            </a:pPr>
            <a:r>
              <a:rPr sz="2025" b="1" i="0">
                <a:solidFill>
                  <a:srgbClr val="111111"/>
                </a:solidFill>
                <a:latin typeface="Noto Sans CJK JP"/>
                <a:ea typeface="Noto Sans CJK JP"/>
                <a:cs typeface="Noto Sans CJK JP"/>
              </a:rPr>
              <a:t>特徴の広がり</a:t>
            </a:r>
          </a:p>
        </p:txBody>
      </p:sp>
      <p:sp>
        <p:nvSpPr>
          <p:cNvPr id="12" name="">
            <a:extLst xmlns:a="http://schemas.openxmlformats.org/drawingml/2006/main">
              <a:ext uri="{FF2B5EF4-FFF2-40B4-BE49-F238E27FC236}">
                <a16:creationId xmlns:a16="http://schemas.microsoft.com/office/drawing/2014/main" id="{A8B1FEE9-87DF-45B7-AE5D-0860CC4E4A42}"/>
              </a:ext>
            </a:extLst>
          </p:cNvPr>
          <p:cNvSpPr>
            <a:spLocks xmlns:a="http://schemas.openxmlformats.org/drawingml/2006/main" noGrp="1"/>
          </p:cNvSpPr>
          <p:nvPr/>
        </p:nvSpPr>
        <p:spPr>
          <a:xfrm xmlns:a="http://schemas.openxmlformats.org/drawingml/2006/main">
            <a:off x="7162800" y="224790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500"/>
          </a:bodyPr>
          <a:lstStyle xmlns:a="http://schemas.openxmlformats.org/drawingml/2006/main"/>
          <a:p xmlns:a="http://schemas.openxmlformats.org/drawingml/2006/main">
            <a:pPr algn="l">
              <a:defRPr sz="1500" b="0" i="0">
                <a:solidFill>
                  <a:srgbClr val="5D6470"/>
                </a:solidFill>
                <a:latin typeface="Noto Sans CJK JP"/>
                <a:ea typeface="Noto Sans CJK JP"/>
                <a:cs typeface="Noto Sans CJK JP"/>
              </a:defRPr>
            </a:pPr>
            <a:r>
              <a:rPr sz="1500" b="0" i="0">
                <a:solidFill>
                  <a:srgbClr val="5D6470"/>
                </a:solidFill>
                <a:latin typeface="Noto Sans CJK JP"/>
                <a:ea typeface="Noto Sans CJK JP"/>
                <a:cs typeface="Noto Sans CJK JP"/>
              </a:rPr>
              <a:t>固有値がどの尺度に</a:t>
            </a:r>
          </a:p>
          <a:p xmlns:a="http://schemas.openxmlformats.org/drawingml/2006/main">
            <a:pPr algn="l">
              <a:defRPr sz="1500" b="0" i="0">
                <a:solidFill>
                  <a:srgbClr val="5D6470"/>
                </a:solidFill>
                <a:latin typeface="Noto Sans CJK JP"/>
                <a:ea typeface="Noto Sans CJK JP"/>
                <a:cs typeface="Noto Sans CJK JP"/>
              </a:defRPr>
            </a:pPr>
            <a:r>
              <a:rPr sz="1500" b="0" i="0">
                <a:solidFill>
                  <a:srgbClr val="5D6470"/>
                </a:solidFill>
                <a:latin typeface="Noto Sans CJK JP"/>
                <a:ea typeface="Noto Sans CJK JP"/>
                <a:cs typeface="Noto Sans CJK JP"/>
              </a:rPr>
              <a:t>分布しているか</a:t>
            </a:r>
          </a:p>
        </p:txBody>
      </p:sp>
      <p:sp>
        <p:nvSpPr>
          <p:cNvPr id="13" name="">
            <a:extLst xmlns:a="http://schemas.openxmlformats.org/drawingml/2006/main">
              <a:ext uri="{FF2B5EF4-FFF2-40B4-BE49-F238E27FC236}">
                <a16:creationId xmlns:a16="http://schemas.microsoft.com/office/drawing/2014/main" id="{60F0B82C-41EA-4E56-BCEB-E51D46389C91}"/>
              </a:ext>
            </a:extLst>
          </p:cNvPr>
          <p:cNvSpPr>
            <a:spLocks xmlns:a="http://schemas.openxmlformats.org/drawingml/2006/main" noGrp="1"/>
          </p:cNvSpPr>
          <p:nvPr/>
        </p:nvSpPr>
        <p:spPr>
          <a:xfrm xmlns:a="http://schemas.openxmlformats.org/drawingml/2006/main">
            <a:off x="6191250" y="3076575"/>
            <a:ext cx="5600700" cy="1123950"/>
          </a:xfrm>
          <a:prstGeom xmlns:a="http://schemas.openxmlformats.org/drawingml/2006/main" prst="roundRect">
            <a:avLst>
              <a:gd name="adj" fmla="val 6780"/>
            </a:avLst>
          </a:prstGeom>
          <a:solidFill xmlns:a="http://schemas.openxmlformats.org/drawingml/2006/main">
            <a:srgbClr val="FBEAF2"/>
          </a:solidFill>
          <a:ln xmlns:a="http://schemas.openxmlformats.org/drawingml/2006/main" w="9525">
            <a:solidFill>
              <a:srgbClr val="B43F74"/>
            </a:solidFill>
            <a:prstDash val="solid"/>
          </a:ln>
        </p:spPr>
      </p:sp>
      <p:sp>
        <p:nvSpPr>
          <p:cNvPr id="14" name="">
            <a:extLst xmlns:a="http://schemas.openxmlformats.org/drawingml/2006/main">
              <a:ext uri="{FF2B5EF4-FFF2-40B4-BE49-F238E27FC236}">
                <a16:creationId xmlns:a16="http://schemas.microsoft.com/office/drawing/2014/main" id="{48758356-956C-4D26-8B19-D12AE2E69C8D}"/>
              </a:ext>
            </a:extLst>
          </p:cNvPr>
          <p:cNvSpPr>
            <a:spLocks xmlns:a="http://schemas.openxmlformats.org/drawingml/2006/main" noGrp="1"/>
          </p:cNvSpPr>
          <p:nvPr/>
        </p:nvSpPr>
        <p:spPr>
          <a:xfrm xmlns:a="http://schemas.openxmlformats.org/drawingml/2006/main">
            <a:off x="6419850" y="3248025"/>
            <a:ext cx="628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725" b="1" i="0">
                <a:solidFill>
                  <a:srgbClr val="B43F74"/>
                </a:solidFill>
                <a:latin typeface="Noto Sans CJK JP"/>
                <a:ea typeface="Noto Sans CJK JP"/>
                <a:cs typeface="Noto Sans CJK JP"/>
              </a:defRPr>
            </a:pPr>
            <a:r>
              <a:rPr sz="1725" b="1" i="0">
                <a:solidFill>
                  <a:srgbClr val="B43F74"/>
                </a:solidFill>
                <a:latin typeface="Noto Sans CJK JP"/>
                <a:ea typeface="Noto Sans CJK JP"/>
                <a:cs typeface="Noto Sans CJK JP"/>
              </a:rPr>
              <a:t>02</a:t>
            </a:r>
          </a:p>
        </p:txBody>
      </p:sp>
      <p:sp>
        <p:nvSpPr>
          <p:cNvPr id="15" name="">
            <a:extLst xmlns:a="http://schemas.openxmlformats.org/drawingml/2006/main">
              <a:ext uri="{FF2B5EF4-FFF2-40B4-BE49-F238E27FC236}">
                <a16:creationId xmlns:a16="http://schemas.microsoft.com/office/drawing/2014/main" id="{6E55AF05-767A-45F8-ACB9-091669C8674F}"/>
              </a:ext>
            </a:extLst>
          </p:cNvPr>
          <p:cNvSpPr>
            <a:spLocks xmlns:a="http://schemas.openxmlformats.org/drawingml/2006/main" noGrp="1"/>
          </p:cNvSpPr>
          <p:nvPr/>
        </p:nvSpPr>
        <p:spPr>
          <a:xfrm xmlns:a="http://schemas.openxmlformats.org/drawingml/2006/main">
            <a:off x="7162800" y="32194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7654"/>
          </a:bodyPr>
          <a:lstStyle xmlns:a="http://schemas.openxmlformats.org/drawingml/2006/main"/>
          <a:p xmlns:a="http://schemas.openxmlformats.org/drawingml/2006/main">
            <a:pPr algn="l">
              <a:defRPr sz="2025" b="1" i="0">
                <a:solidFill>
                  <a:srgbClr val="111111"/>
                </a:solidFill>
                <a:latin typeface="Noto Sans CJK JP"/>
                <a:ea typeface="Noto Sans CJK JP"/>
                <a:cs typeface="Noto Sans CJK JP"/>
              </a:defRPr>
            </a:pPr>
            <a:r>
              <a:rPr sz="2025" b="1" i="0">
                <a:solidFill>
                  <a:srgbClr val="111111"/>
                </a:solidFill>
                <a:latin typeface="Noto Sans CJK JP"/>
                <a:ea typeface="Noto Sans CJK JP"/>
                <a:cs typeface="Noto Sans CJK JP"/>
              </a:rPr>
              <a:t>退化・有効次元</a:t>
            </a:r>
          </a:p>
        </p:txBody>
      </p:sp>
      <p:sp>
        <p:nvSpPr>
          <p:cNvPr id="16" name="">
            <a:extLst xmlns:a="http://schemas.openxmlformats.org/drawingml/2006/main">
              <a:ext uri="{FF2B5EF4-FFF2-40B4-BE49-F238E27FC236}">
                <a16:creationId xmlns:a16="http://schemas.microsoft.com/office/drawing/2014/main" id="{90AA63B0-A559-4B63-A7A3-EE1B7BF67EAE}"/>
              </a:ext>
            </a:extLst>
          </p:cNvPr>
          <p:cNvSpPr>
            <a:spLocks xmlns:a="http://schemas.openxmlformats.org/drawingml/2006/main" noGrp="1"/>
          </p:cNvSpPr>
          <p:nvPr/>
        </p:nvSpPr>
        <p:spPr>
          <a:xfrm xmlns:a="http://schemas.openxmlformats.org/drawingml/2006/main">
            <a:off x="7162800" y="36290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500"/>
          </a:bodyPr>
          <a:lstStyle xmlns:a="http://schemas.openxmlformats.org/drawingml/2006/main"/>
          <a:p xmlns:a="http://schemas.openxmlformats.org/drawingml/2006/main">
            <a:pPr algn="l">
              <a:defRPr sz="1500" b="0" i="0">
                <a:solidFill>
                  <a:srgbClr val="5D6470"/>
                </a:solidFill>
                <a:latin typeface="Noto Sans CJK JP"/>
                <a:ea typeface="Noto Sans CJK JP"/>
                <a:cs typeface="Noto Sans CJK JP"/>
              </a:defRPr>
            </a:pPr>
            <a:r>
              <a:rPr sz="1500" b="0" i="0">
                <a:solidFill>
                  <a:srgbClr val="5D6470"/>
                </a:solidFill>
                <a:latin typeface="Noto Sans CJK JP"/>
                <a:ea typeface="Noto Sans CJK JP"/>
                <a:cs typeface="Noto Sans CJK JP"/>
              </a:rPr>
              <a:t>ゼロ付近への集中や</a:t>
            </a:r>
          </a:p>
          <a:p xmlns:a="http://schemas.openxmlformats.org/drawingml/2006/main">
            <a:pPr algn="l">
              <a:defRPr sz="1500" b="0" i="0">
                <a:solidFill>
                  <a:srgbClr val="5D6470"/>
                </a:solidFill>
                <a:latin typeface="Noto Sans CJK JP"/>
                <a:ea typeface="Noto Sans CJK JP"/>
                <a:cs typeface="Noto Sans CJK JP"/>
              </a:defRPr>
            </a:pPr>
            <a:r>
              <a:rPr sz="1500" b="0" i="0">
                <a:solidFill>
                  <a:srgbClr val="5D6470"/>
                </a:solidFill>
                <a:latin typeface="Noto Sans CJK JP"/>
                <a:ea typeface="Noto Sans CJK JP"/>
                <a:cs typeface="Noto Sans CJK JP"/>
              </a:rPr>
              <a:t>低ランク化の兆候</a:t>
            </a:r>
          </a:p>
        </p:txBody>
      </p:sp>
      <p:sp>
        <p:nvSpPr>
          <p:cNvPr id="17" name="">
            <a:extLst xmlns:a="http://schemas.openxmlformats.org/drawingml/2006/main">
              <a:ext uri="{FF2B5EF4-FFF2-40B4-BE49-F238E27FC236}">
                <a16:creationId xmlns:a16="http://schemas.microsoft.com/office/drawing/2014/main" id="{18382AE1-651D-4C15-B01B-BCDC9B6F50AC}"/>
              </a:ext>
            </a:extLst>
          </p:cNvPr>
          <p:cNvSpPr>
            <a:spLocks xmlns:a="http://schemas.openxmlformats.org/drawingml/2006/main" noGrp="1"/>
          </p:cNvSpPr>
          <p:nvPr/>
        </p:nvSpPr>
        <p:spPr>
          <a:xfrm xmlns:a="http://schemas.openxmlformats.org/drawingml/2006/main">
            <a:off x="6191250" y="4457700"/>
            <a:ext cx="5600700" cy="1123950"/>
          </a:xfrm>
          <a:prstGeom xmlns:a="http://schemas.openxmlformats.org/drawingml/2006/main" prst="roundRect">
            <a:avLst>
              <a:gd name="adj" fmla="val 6780"/>
            </a:avLst>
          </a:prstGeom>
          <a:solidFill xmlns:a="http://schemas.openxmlformats.org/drawingml/2006/main">
            <a:srgbClr val="EEEAFB"/>
          </a:solidFill>
          <a:ln xmlns:a="http://schemas.openxmlformats.org/drawingml/2006/main" w="9525">
            <a:solidFill>
              <a:srgbClr val="7A62D3"/>
            </a:solidFill>
            <a:prstDash val="solid"/>
          </a:ln>
        </p:spPr>
      </p:sp>
      <p:sp>
        <p:nvSpPr>
          <p:cNvPr id="18" name="">
            <a:extLst xmlns:a="http://schemas.openxmlformats.org/drawingml/2006/main">
              <a:ext uri="{FF2B5EF4-FFF2-40B4-BE49-F238E27FC236}">
                <a16:creationId xmlns:a16="http://schemas.microsoft.com/office/drawing/2014/main" id="{6A25EC70-D76A-46C0-B654-23FE86A46FE2}"/>
              </a:ext>
            </a:extLst>
          </p:cNvPr>
          <p:cNvSpPr>
            <a:spLocks xmlns:a="http://schemas.openxmlformats.org/drawingml/2006/main" noGrp="1"/>
          </p:cNvSpPr>
          <p:nvPr/>
        </p:nvSpPr>
        <p:spPr>
          <a:xfrm xmlns:a="http://schemas.openxmlformats.org/drawingml/2006/main">
            <a:off x="6419850" y="4629150"/>
            <a:ext cx="628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725" b="1" i="0">
                <a:solidFill>
                  <a:srgbClr val="7A62D3"/>
                </a:solidFill>
                <a:latin typeface="Noto Sans CJK JP"/>
                <a:ea typeface="Noto Sans CJK JP"/>
                <a:cs typeface="Noto Sans CJK JP"/>
              </a:defRPr>
            </a:pPr>
            <a:r>
              <a:rPr sz="1725" b="1" i="0">
                <a:solidFill>
                  <a:srgbClr val="7A62D3"/>
                </a:solidFill>
                <a:latin typeface="Noto Sans CJK JP"/>
                <a:ea typeface="Noto Sans CJK JP"/>
                <a:cs typeface="Noto Sans CJK JP"/>
              </a:rPr>
              <a:t>03</a:t>
            </a:r>
          </a:p>
        </p:txBody>
      </p:sp>
      <p:sp>
        <p:nvSpPr>
          <p:cNvPr id="19" name="">
            <a:extLst xmlns:a="http://schemas.openxmlformats.org/drawingml/2006/main">
              <a:ext uri="{FF2B5EF4-FFF2-40B4-BE49-F238E27FC236}">
                <a16:creationId xmlns:a16="http://schemas.microsoft.com/office/drawing/2014/main" id="{7DCF56EA-D0BB-47BC-A807-E5169E805EED}"/>
              </a:ext>
            </a:extLst>
          </p:cNvPr>
          <p:cNvSpPr>
            <a:spLocks xmlns:a="http://schemas.openxmlformats.org/drawingml/2006/main" noGrp="1"/>
          </p:cNvSpPr>
          <p:nvPr/>
        </p:nvSpPr>
        <p:spPr>
          <a:xfrm xmlns:a="http://schemas.openxmlformats.org/drawingml/2006/main">
            <a:off x="7162800" y="46005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7654"/>
          </a:bodyPr>
          <a:lstStyle xmlns:a="http://schemas.openxmlformats.org/drawingml/2006/main"/>
          <a:p xmlns:a="http://schemas.openxmlformats.org/drawingml/2006/main">
            <a:pPr algn="l">
              <a:defRPr sz="2025" b="1" i="0">
                <a:solidFill>
                  <a:srgbClr val="111111"/>
                </a:solidFill>
                <a:latin typeface="Noto Sans CJK JP"/>
                <a:ea typeface="Noto Sans CJK JP"/>
                <a:cs typeface="Noto Sans CJK JP"/>
              </a:defRPr>
            </a:pPr>
            <a:r>
              <a:rPr sz="2025" b="1" i="0">
                <a:solidFill>
                  <a:srgbClr val="111111"/>
                </a:solidFill>
                <a:latin typeface="Noto Sans CJK JP"/>
                <a:ea typeface="Noto Sans CJK JP"/>
                <a:cs typeface="Noto Sans CJK JP"/>
              </a:rPr>
              <a:t>異方性・条件数</a:t>
            </a:r>
          </a:p>
        </p:txBody>
      </p:sp>
      <p:sp>
        <p:nvSpPr>
          <p:cNvPr id="20" name="">
            <a:extLst xmlns:a="http://schemas.openxmlformats.org/drawingml/2006/main">
              <a:ext uri="{FF2B5EF4-FFF2-40B4-BE49-F238E27FC236}">
                <a16:creationId xmlns:a16="http://schemas.microsoft.com/office/drawing/2014/main" id="{F2FD79EB-292F-4F4D-8FD4-1D8B9EF6C138}"/>
              </a:ext>
            </a:extLst>
          </p:cNvPr>
          <p:cNvSpPr>
            <a:spLocks xmlns:a="http://schemas.openxmlformats.org/drawingml/2006/main" noGrp="1"/>
          </p:cNvSpPr>
          <p:nvPr/>
        </p:nvSpPr>
        <p:spPr>
          <a:xfrm xmlns:a="http://schemas.openxmlformats.org/drawingml/2006/main">
            <a:off x="7162800" y="50101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500"/>
          </a:bodyPr>
          <a:lstStyle xmlns:a="http://schemas.openxmlformats.org/drawingml/2006/main"/>
          <a:p xmlns:a="http://schemas.openxmlformats.org/drawingml/2006/main">
            <a:pPr algn="l">
              <a:defRPr sz="1500" b="0" i="0">
                <a:solidFill>
                  <a:srgbClr val="5D6470"/>
                </a:solidFill>
                <a:latin typeface="Noto Sans CJK JP"/>
                <a:ea typeface="Noto Sans CJK JP"/>
                <a:cs typeface="Noto Sans CJK JP"/>
              </a:defRPr>
            </a:pPr>
            <a:r>
              <a:rPr sz="1500" b="0" i="0">
                <a:solidFill>
                  <a:srgbClr val="5D6470"/>
                </a:solidFill>
                <a:latin typeface="Noto Sans CJK JP"/>
                <a:ea typeface="Noto Sans CJK JP"/>
                <a:cs typeface="Noto Sans CJK JP"/>
              </a:rPr>
              <a:t>方向ごとの伸び縮みと</a:t>
            </a:r>
          </a:p>
          <a:p xmlns:a="http://schemas.openxmlformats.org/drawingml/2006/main">
            <a:pPr algn="l">
              <a:defRPr sz="1500" b="0" i="0">
                <a:solidFill>
                  <a:srgbClr val="5D6470"/>
                </a:solidFill>
                <a:latin typeface="Noto Sans CJK JP"/>
                <a:ea typeface="Noto Sans CJK JP"/>
                <a:cs typeface="Noto Sans CJK JP"/>
              </a:defRPr>
            </a:pPr>
            <a:r>
              <a:rPr sz="1500" b="0" i="0">
                <a:solidFill>
                  <a:srgbClr val="5D6470"/>
                </a:solidFill>
                <a:latin typeface="Noto Sans CJK JP"/>
                <a:ea typeface="Noto Sans CJK JP"/>
                <a:cs typeface="Noto Sans CJK JP"/>
              </a:rPr>
              <a:t>スペクトルの偏り</a:t>
            </a:r>
          </a:p>
        </p:txBody>
      </p:sp>
      <p:pic>
        <p:nvPicPr>
          <p:cNvPr id="24" name="Typeset equation 2:7" descr="M=\frac{1}{m}YY^{\mathsf T}"/>
          <p:cNvPicPr>
            <a:picLocks xmlns:a="http://schemas.openxmlformats.org/drawingml/2006/main" noChangeAspect="1"/>
          </p:cNvPicPr>
          <p:nvPr/>
        </p:nvPicPr>
        <p:blipFill>
          <a:blip xmlns:r="http://schemas.openxmlformats.org/officeDocument/2006/relationships" xmlns:a="http://schemas.openxmlformats.org/drawingml/2006/main" r:embed="rIdTypeset2_1_png">
            <a:extLst>
              <a:ext uri="{96DAC541-7B7A-43D3-8B79-37D633B846F1}">
                <asvg:svgBlip xmlns:asvg="http://schemas.microsoft.com/office/drawing/2016/SVG/main" r:embed="rIdTypeset2_1_svg"/>
              </a:ext>
            </a:extLst>
          </a:blip>
          <a:stretch xmlns:a="http://schemas.openxmlformats.org/drawingml/2006/main"/>
        </p:blipFill>
        <p:spPr>
          <a:xfrm xmlns:a="http://schemas.openxmlformats.org/drawingml/2006/main">
            <a:off x="723900" y="3391217"/>
            <a:ext cx="2193925" cy="837565"/>
          </a:xfrm>
          <a:prstGeom xmlns:a="http://schemas.openxmlformats.org/drawingml/2006/main" prst="rect">
            <a:avLst/>
          </a:prstGeom>
        </p:spPr>
      </p:pic>
    </p:spTree>
    <p:extLst>
      <p:ext uri="{BB962C8B-B14F-4D97-AF65-F5344CB8AC3E}">
        <p14:creationId xmlns:p14="http://schemas.microsoft.com/office/powerpoint/2010/main" val="588445533"/>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E7C5586-4A97-4A2A-8322-F8346A255678}"/>
              </a:ext>
            </a:extLst>
          </p:cNvPr>
          <p:cNvSpPr>
            <a:spLocks xmlns:a="http://schemas.openxmlformats.org/drawingml/2006/main" noGrp="1"/>
          </p:cNvSpPr>
          <p:nvPr/>
        </p:nvSpPr>
        <p:spPr>
          <a:xfrm xmlns:a="http://schemas.openxmlformats.org/drawingml/2006/main">
            <a:off x="400050" y="57150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3150" b="1" i="0">
                <a:solidFill>
                  <a:srgbClr val="111111"/>
                </a:solidFill>
                <a:latin typeface="Noto Sans CJK JP"/>
                <a:ea typeface="Noto Sans CJK JP"/>
                <a:cs typeface="Noto Sans CJK JP"/>
              </a:defRPr>
            </a:pPr>
            <a:r>
              <a:rPr sz="3150" b="1" i="0">
                <a:solidFill>
                  <a:srgbClr val="111111"/>
                </a:solidFill>
                <a:latin typeface="Noto Sans CJK JP"/>
                <a:ea typeface="Noto Sans CJK JP"/>
                <a:cs typeface="Noto Sans CJK JP"/>
              </a:rPr>
              <a:t>古典的な基準：Marchenko–Pastur則</a:t>
            </a:r>
          </a:p>
        </p:txBody>
      </p:sp>
      <p:cxnSp>
        <p:nvCxnSpPr>
          <p:cNvPr id="21" name=""/>
          <p:cNvCxnSpPr/>
          <p:nvPr/>
        </p:nvCxnSpPr>
        <p:spPr>
          <a:xfrm xmlns:a="http://schemas.openxmlformats.org/drawingml/2006/main">
            <a:off x="400050" y="1314450"/>
            <a:ext cx="11391900" cy="0"/>
          </a:xfrm>
          <a:prstGeom xmlns:a="http://schemas.openxmlformats.org/drawingml/2006/main" prst="straightConnector1">
            <a:avLst/>
          </a:prstGeom>
          <a:ln xmlns:a="http://schemas.openxmlformats.org/drawingml/2006/main" w="9525">
            <a:solidFill>
              <a:srgbClr val="111111"/>
            </a:solidFill>
            <a:prstDash val="solid"/>
          </a:ln>
        </p:spPr>
      </p:cxnSp>
      <p:sp>
        <p:nvSpPr>
          <p:cNvPr id="4" name="">
            <a:extLst xmlns:a="http://schemas.openxmlformats.org/drawingml/2006/main">
              <a:ext uri="{FF2B5EF4-FFF2-40B4-BE49-F238E27FC236}">
                <a16:creationId xmlns:a16="http://schemas.microsoft.com/office/drawing/2014/main" id="{79F5A285-6BBF-4583-B32D-F6250508B307}"/>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809"/>
          </a:bodyPr>
          <a:lstStyle xmlns:a="http://schemas.openxmlformats.org/drawingml/2006/main"/>
          <a:p xmlns:a="http://schemas.openxmlformats.org/drawingml/2006/main">
            <a:pPr algn="r">
              <a:defRPr sz="1050" b="1" i="0">
                <a:solidFill>
                  <a:srgbClr val="5D6470"/>
                </a:solidFill>
                <a:latin typeface="Noto Sans CJK JP"/>
                <a:ea typeface="Noto Sans CJK JP"/>
                <a:cs typeface="Noto Sans CJK JP"/>
              </a:defRPr>
            </a:pPr>
            <a:r>
              <a:rPr sz="1050" b="1" i="0">
                <a:solidFill>
                  <a:srgbClr val="5D6470"/>
                </a:solidFill>
                <a:latin typeface="Noto Sans CJK JP"/>
                <a:ea typeface="Noto Sans CJK JP"/>
                <a:cs typeface="Noto Sans CJK JP"/>
              </a:rPr>
              <a:t>03</a:t>
            </a:r>
          </a:p>
        </p:txBody>
      </p:sp>
      <p:sp>
        <p:nvSpPr>
          <p:cNvPr id="5" name="">
            <a:extLst xmlns:a="http://schemas.openxmlformats.org/drawingml/2006/main">
              <a:ext uri="{FF2B5EF4-FFF2-40B4-BE49-F238E27FC236}">
                <a16:creationId xmlns:a16="http://schemas.microsoft.com/office/drawing/2014/main" id="{15EB980C-E122-4889-9155-1BCB8BE00B9D}"/>
              </a:ext>
            </a:extLst>
          </p:cNvPr>
          <p:cNvSpPr>
            <a:spLocks xmlns:a="http://schemas.openxmlformats.org/drawingml/2006/main" noGrp="1"/>
          </p:cNvSpPr>
          <p:nvPr/>
        </p:nvSpPr>
        <p:spPr>
          <a:xfrm xmlns:a="http://schemas.openxmlformats.org/drawingml/2006/main">
            <a:off x="400050" y="1685925"/>
            <a:ext cx="4514850" cy="3943350"/>
          </a:xfrm>
          <a:prstGeom xmlns:a="http://schemas.openxmlformats.org/drawingml/2006/main" prst="roundRect">
            <a:avLst>
              <a:gd name="adj" fmla="val 1932"/>
            </a:avLst>
          </a:prstGeom>
          <a:solidFill xmlns:a="http://schemas.openxmlformats.org/drawingml/2006/main">
            <a:srgbClr val="E8F6FC"/>
          </a:solidFill>
          <a:ln xmlns:a="http://schemas.openxmlformats.org/drawingml/2006/main" w="9525">
            <a:solidFill>
              <a:srgbClr val="55BDEB"/>
            </a:solidFill>
            <a:prstDash val="solid"/>
          </a:ln>
        </p:spPr>
      </p:sp>
      <p:sp>
        <p:nvSpPr>
          <p:cNvPr id="6" name="">
            <a:extLst xmlns:a="http://schemas.openxmlformats.org/drawingml/2006/main">
              <a:ext uri="{FF2B5EF4-FFF2-40B4-BE49-F238E27FC236}">
                <a16:creationId xmlns:a16="http://schemas.microsoft.com/office/drawing/2014/main" id="{03B06BD6-12D8-46A5-A0D4-3FC785F7C64E}"/>
              </a:ext>
            </a:extLst>
          </p:cNvPr>
          <p:cNvSpPr>
            <a:spLocks xmlns:a="http://schemas.openxmlformats.org/drawingml/2006/main" noGrp="1"/>
          </p:cNvSpPr>
          <p:nvPr/>
        </p:nvSpPr>
        <p:spPr>
          <a:xfrm xmlns:a="http://schemas.openxmlformats.org/drawingml/2006/main">
            <a:off x="666750" y="19526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7654"/>
          </a:bodyPr>
          <a:lstStyle xmlns:a="http://schemas.openxmlformats.org/drawingml/2006/main"/>
          <a:p xmlns:a="http://schemas.openxmlformats.org/drawingml/2006/main">
            <a:pPr algn="l">
              <a:defRPr sz="2025" b="1" i="0">
                <a:solidFill>
                  <a:srgbClr val="1678A7"/>
                </a:solidFill>
                <a:latin typeface="Noto Sans CJK JP"/>
                <a:ea typeface="Noto Sans CJK JP"/>
                <a:cs typeface="Noto Sans CJK JP"/>
              </a:defRPr>
            </a:pPr>
            <a:r>
              <a:rPr sz="2025" b="1" i="0">
                <a:solidFill>
                  <a:srgbClr val="1678A7"/>
                </a:solidFill>
                <a:latin typeface="Noto Sans CJK JP"/>
                <a:ea typeface="Noto Sans CJK JP"/>
                <a:cs typeface="Noto Sans CJK JP"/>
              </a:rPr>
              <a:t>iid標本共分散</a:t>
            </a:r>
          </a:p>
        </p:txBody>
      </p:sp>
      <p:sp>
        <p:nvSpPr>
          <p:cNvPr id="11" name="">
            <a:extLst xmlns:a="http://schemas.openxmlformats.org/drawingml/2006/main">
              <a:ext uri="{FF2B5EF4-FFF2-40B4-BE49-F238E27FC236}">
                <a16:creationId xmlns:a16="http://schemas.microsoft.com/office/drawing/2014/main" id="{AE5613A9-DD22-4B1A-B21C-0D4A1AE9CC53}"/>
              </a:ext>
            </a:extLst>
          </p:cNvPr>
          <p:cNvSpPr>
            <a:spLocks xmlns:a="http://schemas.openxmlformats.org/drawingml/2006/main" noGrp="1"/>
          </p:cNvSpPr>
          <p:nvPr/>
        </p:nvSpPr>
        <p:spPr>
          <a:xfrm xmlns:a="http://schemas.openxmlformats.org/drawingml/2006/main">
            <a:off x="666750" y="4972050"/>
            <a:ext cx="36957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1678A7"/>
            </a:solidFill>
            <a:prstDash val="solid"/>
          </a:ln>
        </p:spPr>
      </p:sp>
      <p:sp>
        <p:nvSpPr>
          <p:cNvPr id="13" name="">
            <a:extLst xmlns:a="http://schemas.openxmlformats.org/drawingml/2006/main">
              <a:ext uri="{FF2B5EF4-FFF2-40B4-BE49-F238E27FC236}">
                <a16:creationId xmlns:a16="http://schemas.microsoft.com/office/drawing/2014/main" id="{85440542-D7B6-4F41-8D24-EF75EFEC38FB}"/>
              </a:ext>
            </a:extLst>
          </p:cNvPr>
          <p:cNvSpPr>
            <a:spLocks xmlns:a="http://schemas.openxmlformats.org/drawingml/2006/main" noGrp="1"/>
          </p:cNvSpPr>
          <p:nvPr/>
        </p:nvSpPr>
        <p:spPr>
          <a:xfrm xmlns:a="http://schemas.openxmlformats.org/drawingml/2006/main">
            <a:off x="5657850" y="17145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722"/>
          </a:bodyPr>
          <a:lstStyle xmlns:a="http://schemas.openxmlformats.org/drawingml/2006/main"/>
          <a:p xmlns:a="http://schemas.openxmlformats.org/drawingml/2006/main">
            <a:pPr algn="l">
              <a:defRPr sz="1800" b="1" i="0">
                <a:solidFill>
                  <a:srgbClr val="111111"/>
                </a:solidFill>
                <a:latin typeface="Noto Sans CJK JP"/>
                <a:ea typeface="Noto Sans CJK JP"/>
                <a:cs typeface="Noto Sans CJK JP"/>
              </a:defRPr>
            </a:pPr>
            <a:r>
              <a:rPr sz="1800" b="1" i="0">
                <a:solidFill>
                  <a:srgbClr val="111111"/>
                </a:solidFill>
                <a:latin typeface="Noto Sans CJK JP"/>
                <a:ea typeface="Noto Sans CJK JP"/>
                <a:cs typeface="Noto Sans CJK JP"/>
              </a:rPr>
              <a:t>極限密度の模式図</a:t>
            </a:r>
          </a:p>
        </p:txBody>
      </p:sp>
      <p:graphicFrame>
        <p:nvGraphicFramePr>
          <p:cNvPr id="32" name="Chart"/>
          <p:cNvGraphicFramePr/>
          <p:nvPr/>
        </p:nvGraphicFramePr>
        <p:xfrm>
          <a:off xmlns:a="http://schemas.openxmlformats.org/drawingml/2006/main" x="5429250" y="2190750"/>
          <a:ext xmlns:a="http://schemas.openxmlformats.org/drawingml/2006/main" cx="5905500" cy="2571750"/>
        </p:xfrm>
        <a:graphic xmlns:a="http://schemas.openxmlformats.org/drawingml/2006/main">
          <a:graphicData uri="http://schemas.openxmlformats.org/drawingml/2006/chart">
            <c:chart xmlns:r="http://schemas.openxmlformats.org/officeDocument/2006/relationships" xmlns:c="http://schemas.openxmlformats.org/drawingml/2006/chart" r:id="R0f0f46ff598a4679"/>
          </a:graphicData>
        </a:graphic>
      </p:graphicFrame>
      <p:pic>
        <p:nvPicPr>
          <p:cNvPr id="33" name="Typeset equation 3:7" descr="Z\in\mathbb{R}^{p\times n}"/>
          <p:cNvPicPr>
            <a:picLocks xmlns:a="http://schemas.openxmlformats.org/drawingml/2006/main" noChangeAspect="1"/>
          </p:cNvPicPr>
          <p:nvPr/>
        </p:nvPicPr>
        <p:blipFill>
          <a:blip xmlns:r="http://schemas.openxmlformats.org/officeDocument/2006/relationships" xmlns:a="http://schemas.openxmlformats.org/drawingml/2006/main" r:embed="rIdTypeset3_1_png">
            <a:extLst>
              <a:ext uri="{96DAC541-7B7A-43D3-8B79-37D633B846F1}">
                <asvg:svgBlip xmlns:asvg="http://schemas.microsoft.com/office/drawing/2016/SVG/main" r:embed="rIdTypeset3_1_svg"/>
              </a:ext>
            </a:extLst>
          </a:blip>
          <a:stretch xmlns:a="http://schemas.openxmlformats.org/drawingml/2006/main"/>
        </p:blipFill>
        <p:spPr>
          <a:xfrm xmlns:a="http://schemas.openxmlformats.org/drawingml/2006/main">
            <a:off x="752475" y="2637627"/>
            <a:ext cx="1337715" cy="287345"/>
          </a:xfrm>
          <a:prstGeom xmlns:a="http://schemas.openxmlformats.org/drawingml/2006/main" prst="rect">
            <a:avLst/>
          </a:prstGeom>
        </p:spPr>
      </p:pic>
      <p:pic>
        <p:nvPicPr>
          <p:cNvPr id="34" name="Typeset equation 3:8" descr="\mathbb{E}Z_{ij}=0,\qquad\operatorname{Var}(Z_{ij})=1"/>
          <p:cNvPicPr>
            <a:picLocks xmlns:a="http://schemas.openxmlformats.org/drawingml/2006/main" noChangeAspect="1"/>
          </p:cNvPicPr>
          <p:nvPr/>
        </p:nvPicPr>
        <p:blipFill>
          <a:blip xmlns:r="http://schemas.openxmlformats.org/officeDocument/2006/relationships" xmlns:a="http://schemas.openxmlformats.org/drawingml/2006/main" r:embed="rIdTypeset3_2_png">
            <a:extLst>
              <a:ext uri="{96DAC541-7B7A-43D3-8B79-37D633B846F1}">
                <asvg:svgBlip xmlns:asvg="http://schemas.microsoft.com/office/drawing/2016/SVG/main" r:embed="rIdTypeset3_2_svg"/>
              </a:ext>
            </a:extLst>
          </a:blip>
          <a:stretch xmlns:a="http://schemas.openxmlformats.org/drawingml/2006/main"/>
        </p:blipFill>
        <p:spPr>
          <a:xfrm xmlns:a="http://schemas.openxmlformats.org/drawingml/2006/main">
            <a:off x="752475" y="3132773"/>
            <a:ext cx="2721483" cy="297180"/>
          </a:xfrm>
          <a:prstGeom xmlns:a="http://schemas.openxmlformats.org/drawingml/2006/main" prst="rect">
            <a:avLst/>
          </a:prstGeom>
        </p:spPr>
      </p:pic>
      <p:pic>
        <p:nvPicPr>
          <p:cNvPr id="35" name="Typeset equation 3:9" descr="S=\frac{1}{n}ZZ^{\mathsf T}"/>
          <p:cNvPicPr>
            <a:picLocks xmlns:a="http://schemas.openxmlformats.org/drawingml/2006/main" noChangeAspect="1"/>
          </p:cNvPicPr>
          <p:nvPr/>
        </p:nvPicPr>
        <p:blipFill>
          <a:blip xmlns:r="http://schemas.openxmlformats.org/officeDocument/2006/relationships" xmlns:a="http://schemas.openxmlformats.org/drawingml/2006/main" r:embed="rIdTypeset3_3_png">
            <a:extLst>
              <a:ext uri="{96DAC541-7B7A-43D3-8B79-37D633B846F1}">
                <asvg:svgBlip xmlns:asvg="http://schemas.microsoft.com/office/drawing/2016/SVG/main" r:embed="rIdTypeset3_3_svg"/>
              </a:ext>
            </a:extLst>
          </a:blip>
          <a:stretch xmlns:a="http://schemas.openxmlformats.org/drawingml/2006/main"/>
        </p:blipFill>
        <p:spPr>
          <a:xfrm xmlns:a="http://schemas.openxmlformats.org/drawingml/2006/main">
            <a:off x="752475" y="3609975"/>
            <a:ext cx="1605284" cy="704850"/>
          </a:xfrm>
          <a:prstGeom xmlns:a="http://schemas.openxmlformats.org/drawingml/2006/main" prst="rect">
            <a:avLst/>
          </a:prstGeom>
        </p:spPr>
      </p:pic>
      <p:pic>
        <p:nvPicPr>
          <p:cNvPr id="36" name="Typeset equation 3:10" descr="p,n\to\infty,\qquad\frac{p}{n}\to c"/>
          <p:cNvPicPr>
            <a:picLocks xmlns:a="http://schemas.openxmlformats.org/drawingml/2006/main" noChangeAspect="1"/>
          </p:cNvPicPr>
          <p:nvPr/>
        </p:nvPicPr>
        <p:blipFill>
          <a:blip xmlns:r="http://schemas.openxmlformats.org/officeDocument/2006/relationships" xmlns:a="http://schemas.openxmlformats.org/drawingml/2006/main" r:embed="rIdTypeset3_4_png">
            <a:extLst>
              <a:ext uri="{96DAC541-7B7A-43D3-8B79-37D633B846F1}">
                <asvg:svgBlip xmlns:asvg="http://schemas.microsoft.com/office/drawing/2016/SVG/main" r:embed="rIdTypeset3_4_svg"/>
              </a:ext>
            </a:extLst>
          </a:blip>
          <a:stretch xmlns:a="http://schemas.openxmlformats.org/drawingml/2006/main"/>
        </p:blipFill>
        <p:spPr>
          <a:xfrm xmlns:a="http://schemas.openxmlformats.org/drawingml/2006/main">
            <a:off x="752475" y="4308158"/>
            <a:ext cx="2173415" cy="451485"/>
          </a:xfrm>
          <a:prstGeom xmlns:a="http://schemas.openxmlformats.org/drawingml/2006/main" prst="rect">
            <a:avLst/>
          </a:prstGeom>
        </p:spPr>
      </p:pic>
      <p:pic>
        <p:nvPicPr>
          <p:cNvPr id="37" name="Typeset equation 3:12" descr="\mu_S\longrightarrow\operatorname{MP}(c)"/>
          <p:cNvPicPr>
            <a:picLocks xmlns:a="http://schemas.openxmlformats.org/drawingml/2006/main" noChangeAspect="1"/>
          </p:cNvPicPr>
          <p:nvPr/>
        </p:nvPicPr>
        <p:blipFill>
          <a:blip xmlns:r="http://schemas.openxmlformats.org/officeDocument/2006/relationships" xmlns:a="http://schemas.openxmlformats.org/drawingml/2006/main" r:embed="rIdTypeset3_5_png">
            <a:extLst>
              <a:ext uri="{96DAC541-7B7A-43D3-8B79-37D633B846F1}">
                <asvg:svgBlip xmlns:asvg="http://schemas.microsoft.com/office/drawing/2016/SVG/main" r:embed="rIdTypeset3_5_svg"/>
              </a:ext>
            </a:extLst>
          </a:blip>
          <a:stretch xmlns:a="http://schemas.openxmlformats.org/drawingml/2006/main"/>
        </p:blipFill>
        <p:spPr>
          <a:xfrm xmlns:a="http://schemas.openxmlformats.org/drawingml/2006/main">
            <a:off x="1824323" y="5047679"/>
            <a:ext cx="1399604" cy="267843"/>
          </a:xfrm>
          <a:prstGeom xmlns:a="http://schemas.openxmlformats.org/drawingml/2006/main" prst="rect">
            <a:avLst/>
          </a:prstGeom>
        </p:spPr>
      </p:pic>
      <p:pic>
        <p:nvPicPr>
          <p:cNvPr id="38" name="Typeset equation 3:15" descr="a=(1-\sqrt{c})^2"/>
          <p:cNvPicPr>
            <a:picLocks xmlns:a="http://schemas.openxmlformats.org/drawingml/2006/main" noChangeAspect="1"/>
          </p:cNvPicPr>
          <p:nvPr/>
        </p:nvPicPr>
        <p:blipFill>
          <a:blip xmlns:r="http://schemas.openxmlformats.org/officeDocument/2006/relationships" xmlns:a="http://schemas.openxmlformats.org/drawingml/2006/main" r:embed="rIdTypeset3_6_png">
            <a:extLst>
              <a:ext uri="{96DAC541-7B7A-43D3-8B79-37D633B846F1}">
                <asvg:svgBlip xmlns:asvg="http://schemas.microsoft.com/office/drawing/2016/SVG/main" r:embed="rIdTypeset3_6_svg"/>
              </a:ext>
            </a:extLst>
          </a:blip>
          <a:stretch xmlns:a="http://schemas.openxmlformats.org/drawingml/2006/main"/>
        </p:blipFill>
        <p:spPr>
          <a:xfrm xmlns:a="http://schemas.openxmlformats.org/drawingml/2006/main">
            <a:off x="5619750" y="4796199"/>
            <a:ext cx="1128832" cy="227878"/>
          </a:xfrm>
          <a:prstGeom xmlns:a="http://schemas.openxmlformats.org/drawingml/2006/main" prst="rect">
            <a:avLst/>
          </a:prstGeom>
        </p:spPr>
      </p:pic>
      <p:pic>
        <p:nvPicPr>
          <p:cNvPr id="39" name="Typeset equation 3:16" descr="b=(1+\sqrt{c})^2"/>
          <p:cNvPicPr>
            <a:picLocks xmlns:a="http://schemas.openxmlformats.org/drawingml/2006/main" noChangeAspect="1"/>
          </p:cNvPicPr>
          <p:nvPr/>
        </p:nvPicPr>
        <p:blipFill>
          <a:blip xmlns:r="http://schemas.openxmlformats.org/officeDocument/2006/relationships" xmlns:a="http://schemas.openxmlformats.org/drawingml/2006/main" r:embed="rIdTypeset3_7_png">
            <a:extLst>
              <a:ext uri="{96DAC541-7B7A-43D3-8B79-37D633B846F1}">
                <asvg:svgBlip xmlns:asvg="http://schemas.microsoft.com/office/drawing/2016/SVG/main" r:embed="rIdTypeset3_7_svg"/>
              </a:ext>
            </a:extLst>
          </a:blip>
          <a:stretch xmlns:a="http://schemas.openxmlformats.org/drawingml/2006/main"/>
        </p:blipFill>
        <p:spPr>
          <a:xfrm xmlns:a="http://schemas.openxmlformats.org/drawingml/2006/main">
            <a:off x="10040477" y="4796199"/>
            <a:ext cx="1113298" cy="227878"/>
          </a:xfrm>
          <a:prstGeom xmlns:a="http://schemas.openxmlformats.org/drawingml/2006/main" prst="rect">
            <a:avLst/>
          </a:prstGeom>
        </p:spPr>
      </p:pic>
      <p:sp>
        <p:nvSpPr>
          <p:cNvPr id="40" name="Revision ESD caption">
            <a:extLst xmlns:a="http://schemas.openxmlformats.org/drawingml/2006/main">
              <a:ext uri="{FF2B5EF4-FFF2-40B4-BE49-F238E27FC236}">
                <a16:creationId xmlns:a16="http://schemas.microsoft.com/office/drawing/2014/main" id="{1F191E04-B4CF-46E2-A14C-EEC7E9078819}"/>
              </a:ext>
            </a:extLst>
          </p:cNvPr>
          <p:cNvSpPr>
            <a:spLocks xmlns:a="http://schemas.openxmlformats.org/drawingml/2006/main" noGrp="1"/>
          </p:cNvSpPr>
          <p:nvPr/>
        </p:nvSpPr>
        <p:spPr>
          <a:xfrm xmlns:a="http://schemas.openxmlformats.org/drawingml/2006/main">
            <a:off x="5619750" y="5876925"/>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B6472"/>
                </a:solidFill>
                <a:latin typeface="Noto Sans CJK JP"/>
                <a:ea typeface="Noto Sans CJK JP"/>
                <a:cs typeface="Noto Sans CJK JP"/>
              </a:defRPr>
            </a:pPr>
            <a:r>
              <a:rPr sz="1725" b="0">
                <a:solidFill>
                  <a:srgbClr val="5B6472"/>
                </a:solidFill>
                <a:latin typeface="Noto Sans CJK JP"/>
                <a:ea typeface="Noto Sans CJK JP"/>
                <a:cs typeface="Noto Sans CJK JP"/>
              </a:rPr>
              <a:t>経験スペクトル分布（重複度込み）</a:t>
            </a:r>
          </a:p>
        </p:txBody>
      </p:sp>
      <p:pic>
        <p:nvPicPr>
          <p:cNvPr id="41" name="Revision equation s3_esd" descr="\mu_S=\frac{1}{p}\sum_{j=1}^{p}\delta_{\lambda_j(S)}"/>
          <p:cNvPicPr>
            <a:picLocks xmlns:a="http://schemas.openxmlformats.org/drawingml/2006/main" noChangeAspect="1"/>
          </p:cNvPicPr>
          <p:nvPr/>
        </p:nvPicPr>
        <p:blipFill>
          <a:blip xmlns:r="http://schemas.openxmlformats.org/officeDocument/2006/relationships" xmlns:a="http://schemas.openxmlformats.org/drawingml/2006/main" r:embed="rIdRevision2_s3_esd_png">
            <a:extLst>
              <a:ext uri="{96DAC541-7B7A-43D3-8B79-37D633B846F1}">
                <asvg:svgBlip xmlns:asvg="http://schemas.microsoft.com/office/drawing/2016/SVG/main" r:embed="rIdRevision2_s3_esd_svg"/>
              </a:ext>
            </a:extLst>
          </a:blip>
          <a:stretch xmlns:a="http://schemas.openxmlformats.org/drawingml/2006/main"/>
        </p:blipFill>
        <p:spPr>
          <a:xfrm xmlns:a="http://schemas.openxmlformats.org/drawingml/2006/main">
            <a:off x="6838950" y="5086350"/>
            <a:ext cx="1908305" cy="819150"/>
          </a:xfrm>
          <a:prstGeom xmlns:a="http://schemas.openxmlformats.org/drawingml/2006/main" prst="rect">
            <a:avLst/>
          </a:prstGeom>
        </p:spPr>
      </p:pic>
    </p:spTree>
    <p:extLst>
      <p:ext uri="{BB962C8B-B14F-4D97-AF65-F5344CB8AC3E}">
        <p14:creationId xmlns:p14="http://schemas.microsoft.com/office/powerpoint/2010/main" val="98102438"/>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D9E02FF-9B36-44D9-8F84-DC5EB8329FBF}"/>
              </a:ext>
            </a:extLst>
          </p:cNvPr>
          <p:cNvSpPr>
            <a:spLocks xmlns:a="http://schemas.openxmlformats.org/drawingml/2006/main" noGrp="1"/>
          </p:cNvSpPr>
          <p:nvPr/>
        </p:nvSpPr>
        <p:spPr>
          <a:xfrm xmlns:a="http://schemas.openxmlformats.org/drawingml/2006/main">
            <a:off x="400050" y="57150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3150" b="1" i="0">
                <a:solidFill>
                  <a:srgbClr val="111111"/>
                </a:solidFill>
                <a:latin typeface="Noto Sans CJK JP"/>
                <a:ea typeface="Noto Sans CJK JP"/>
                <a:cs typeface="Noto Sans CJK JP"/>
              </a:defRPr>
            </a:pPr>
            <a:r>
              <a:rPr sz="3150" b="1" i="0">
                <a:solidFill>
                  <a:srgbClr val="111111"/>
                </a:solidFill>
                <a:latin typeface="Noto Sans CJK JP"/>
                <a:ea typeface="Noto Sans CJK JP"/>
                <a:cs typeface="Noto Sans CJK JP"/>
              </a:rPr>
              <a:t>非線形ランダム特徴行列</a:t>
            </a:r>
          </a:p>
        </p:txBody>
      </p:sp>
      <p:cxnSp>
        <p:nvCxnSpPr>
          <p:cNvPr id="35" name=""/>
          <p:cNvCxnSpPr/>
          <p:nvPr/>
        </p:nvCxnSpPr>
        <p:spPr>
          <a:xfrm xmlns:a="http://schemas.openxmlformats.org/drawingml/2006/main">
            <a:off x="400050" y="1314450"/>
            <a:ext cx="11391900" cy="0"/>
          </a:xfrm>
          <a:prstGeom xmlns:a="http://schemas.openxmlformats.org/drawingml/2006/main" prst="straightConnector1">
            <a:avLst/>
          </a:prstGeom>
          <a:ln xmlns:a="http://schemas.openxmlformats.org/drawingml/2006/main" w="9525">
            <a:solidFill>
              <a:srgbClr val="111111"/>
            </a:solidFill>
            <a:prstDash val="solid"/>
          </a:ln>
        </p:spPr>
      </p:cxnSp>
      <p:sp>
        <p:nvSpPr>
          <p:cNvPr id="4" name="">
            <a:extLst xmlns:a="http://schemas.openxmlformats.org/drawingml/2006/main">
              <a:ext uri="{FF2B5EF4-FFF2-40B4-BE49-F238E27FC236}">
                <a16:creationId xmlns:a16="http://schemas.microsoft.com/office/drawing/2014/main" id="{46EA80C0-B0E8-4D3D-9279-7B618D51BB7D}"/>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809"/>
          </a:bodyPr>
          <a:lstStyle xmlns:a="http://schemas.openxmlformats.org/drawingml/2006/main"/>
          <a:p xmlns:a="http://schemas.openxmlformats.org/drawingml/2006/main">
            <a:pPr algn="r">
              <a:defRPr sz="1050" b="1" i="0">
                <a:solidFill>
                  <a:srgbClr val="5D6470"/>
                </a:solidFill>
                <a:latin typeface="Noto Sans CJK JP"/>
                <a:ea typeface="Noto Sans CJK JP"/>
                <a:cs typeface="Noto Sans CJK JP"/>
              </a:defRPr>
            </a:pPr>
            <a:r>
              <a:rPr sz="1050" b="1" i="0">
                <a:solidFill>
                  <a:srgbClr val="5D6470"/>
                </a:solidFill>
                <a:latin typeface="Noto Sans CJK JP"/>
                <a:ea typeface="Noto Sans CJK JP"/>
                <a:cs typeface="Noto Sans CJK JP"/>
              </a:rPr>
              <a:t>04</a:t>
            </a:r>
          </a:p>
        </p:txBody>
      </p:sp>
      <p:sp>
        <p:nvSpPr>
          <p:cNvPr id="5" name="">
            <a:extLst xmlns:a="http://schemas.openxmlformats.org/drawingml/2006/main">
              <a:ext uri="{FF2B5EF4-FFF2-40B4-BE49-F238E27FC236}">
                <a16:creationId xmlns:a16="http://schemas.microsoft.com/office/drawing/2014/main" id="{B769AC2A-805E-4344-A89F-0106FDDBDB6B}"/>
              </a:ext>
            </a:extLst>
          </p:cNvPr>
          <p:cNvSpPr>
            <a:spLocks xmlns:a="http://schemas.openxmlformats.org/drawingml/2006/main" noGrp="1"/>
          </p:cNvSpPr>
          <p:nvPr/>
        </p:nvSpPr>
        <p:spPr>
          <a:xfrm xmlns:a="http://schemas.openxmlformats.org/drawingml/2006/main">
            <a:off x="400050" y="17430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424"/>
          </a:bodyPr>
          <a:lstStyle xmlns:a="http://schemas.openxmlformats.org/drawingml/2006/main"/>
          <a:p xmlns:a="http://schemas.openxmlformats.org/drawingml/2006/main">
            <a:pPr algn="l">
              <a:defRPr sz="1650" b="1" i="0">
                <a:solidFill>
                  <a:srgbClr val="1678A7"/>
                </a:solidFill>
                <a:latin typeface="Noto Sans CJK JP"/>
                <a:ea typeface="Noto Sans CJK JP"/>
                <a:cs typeface="Noto Sans CJK JP"/>
              </a:defRPr>
            </a:pPr>
            <a:r>
              <a:rPr sz="1650" b="1" i="0">
                <a:solidFill>
                  <a:srgbClr val="1678A7"/>
                </a:solidFill>
                <a:latin typeface="Noto Sans CJK JP"/>
                <a:ea typeface="Noto Sans CJK JP"/>
                <a:cs typeface="Noto Sans CJK JP"/>
              </a:rPr>
              <a:t>モデル</a:t>
            </a:r>
          </a:p>
        </p:txBody>
      </p:sp>
      <p:sp>
        <p:nvSpPr>
          <p:cNvPr id="8" name="">
            <a:extLst xmlns:a="http://schemas.openxmlformats.org/drawingml/2006/main">
              <a:ext uri="{FF2B5EF4-FFF2-40B4-BE49-F238E27FC236}">
                <a16:creationId xmlns:a16="http://schemas.microsoft.com/office/drawing/2014/main" id="{E2CFBDF5-71B1-4E36-97AE-F220BC054B62}"/>
              </a:ext>
            </a:extLst>
          </p:cNvPr>
          <p:cNvSpPr>
            <a:spLocks xmlns:a="http://schemas.openxmlformats.org/drawingml/2006/main" noGrp="1"/>
          </p:cNvSpPr>
          <p:nvPr/>
        </p:nvSpPr>
        <p:spPr>
          <a:xfrm xmlns:a="http://schemas.openxmlformats.org/drawingml/2006/main">
            <a:off x="457200" y="3800475"/>
            <a:ext cx="85725" cy="85725"/>
          </a:xfrm>
          <a:prstGeom xmlns:a="http://schemas.openxmlformats.org/drawingml/2006/main" prst="ellipse">
            <a:avLst/>
          </a:prstGeom>
          <a:solidFill xmlns:a="http://schemas.openxmlformats.org/drawingml/2006/main">
            <a:srgbClr val="1678A7"/>
          </a:solidFill>
          <a:ln xmlns:a="http://schemas.openxmlformats.org/drawingml/2006/main" w="0">
            <a:solidFill>
              <a:srgbClr val="1678A7"/>
            </a:solidFill>
            <a:prstDash val="solid"/>
          </a:ln>
        </p:spPr>
      </p:sp>
      <p:sp>
        <p:nvSpPr>
          <p:cNvPr id="9" name="">
            <a:extLst xmlns:a="http://schemas.openxmlformats.org/drawingml/2006/main">
              <a:ext uri="{FF2B5EF4-FFF2-40B4-BE49-F238E27FC236}">
                <a16:creationId xmlns:a16="http://schemas.microsoft.com/office/drawing/2014/main" id="{4E1F89DF-6A4E-4868-A5EE-4BF731088B25}"/>
              </a:ext>
            </a:extLst>
          </p:cNvPr>
          <p:cNvSpPr>
            <a:spLocks xmlns:a="http://schemas.openxmlformats.org/drawingml/2006/main" noGrp="1"/>
          </p:cNvSpPr>
          <p:nvPr/>
        </p:nvSpPr>
        <p:spPr>
          <a:xfrm xmlns:a="http://schemas.openxmlformats.org/drawingml/2006/main">
            <a:off x="666750" y="3714750"/>
            <a:ext cx="48863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725" b="0" i="0">
                <a:solidFill>
                  <a:srgbClr val="111111"/>
                </a:solidFill>
                <a:latin typeface="Noto Sans CJK JP"/>
                <a:ea typeface="Noto Sans CJK JP"/>
                <a:cs typeface="Noto Sans CJK JP"/>
              </a:defRPr>
            </a:pPr>
            <a:r>
              <a:rPr sz="1725" b="0" i="0">
                <a:solidFill>
                  <a:srgbClr val="111111"/>
                </a:solidFill>
                <a:latin typeface="Noto Sans CJK JP"/>
                <a:ea typeface="Noto Sans CJK JP"/>
                <a:cs typeface="Noto Sans CJK JP"/>
              </a:rPr>
              <a:t>W：ランダムな重み</a:t>
            </a:r>
          </a:p>
        </p:txBody>
      </p:sp>
      <p:sp>
        <p:nvSpPr>
          <p:cNvPr id="10" name="">
            <a:extLst xmlns:a="http://schemas.openxmlformats.org/drawingml/2006/main">
              <a:ext uri="{FF2B5EF4-FFF2-40B4-BE49-F238E27FC236}">
                <a16:creationId xmlns:a16="http://schemas.microsoft.com/office/drawing/2014/main" id="{37CDE0D9-49C5-4A9E-BB8B-A3D1F923CAD4}"/>
              </a:ext>
            </a:extLst>
          </p:cNvPr>
          <p:cNvSpPr>
            <a:spLocks xmlns:a="http://schemas.openxmlformats.org/drawingml/2006/main" noGrp="1"/>
          </p:cNvSpPr>
          <p:nvPr/>
        </p:nvSpPr>
        <p:spPr>
          <a:xfrm xmlns:a="http://schemas.openxmlformats.org/drawingml/2006/main">
            <a:off x="457200" y="4400550"/>
            <a:ext cx="85725" cy="85725"/>
          </a:xfrm>
          <a:prstGeom xmlns:a="http://schemas.openxmlformats.org/drawingml/2006/main" prst="ellipse">
            <a:avLst/>
          </a:prstGeom>
          <a:solidFill xmlns:a="http://schemas.openxmlformats.org/drawingml/2006/main">
            <a:srgbClr val="B43F74"/>
          </a:solidFill>
          <a:ln xmlns:a="http://schemas.openxmlformats.org/drawingml/2006/main" w="0">
            <a:solidFill>
              <a:srgbClr val="B43F74"/>
            </a:solidFill>
            <a:prstDash val="solid"/>
          </a:ln>
        </p:spPr>
      </p:sp>
      <p:sp>
        <p:nvSpPr>
          <p:cNvPr id="11" name="">
            <a:extLst xmlns:a="http://schemas.openxmlformats.org/drawingml/2006/main">
              <a:ext uri="{FF2B5EF4-FFF2-40B4-BE49-F238E27FC236}">
                <a16:creationId xmlns:a16="http://schemas.microsoft.com/office/drawing/2014/main" id="{62DC58C0-4192-44BA-B2E2-6CEE6BDFB494}"/>
              </a:ext>
            </a:extLst>
          </p:cNvPr>
          <p:cNvSpPr>
            <a:spLocks xmlns:a="http://schemas.openxmlformats.org/drawingml/2006/main" noGrp="1"/>
          </p:cNvSpPr>
          <p:nvPr/>
        </p:nvSpPr>
        <p:spPr>
          <a:xfrm xmlns:a="http://schemas.openxmlformats.org/drawingml/2006/main">
            <a:off x="666750" y="4314825"/>
            <a:ext cx="48863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725" b="0" i="0">
                <a:solidFill>
                  <a:srgbClr val="111111"/>
                </a:solidFill>
                <a:latin typeface="Noto Sans CJK JP"/>
                <a:ea typeface="Noto Sans CJK JP"/>
                <a:cs typeface="Noto Sans CJK JP"/>
              </a:defRPr>
            </a:pPr>
            <a:r>
              <a:rPr sz="1725" b="0" i="0">
                <a:solidFill>
                  <a:srgbClr val="111111"/>
                </a:solidFill>
                <a:latin typeface="Noto Sans CJK JP"/>
                <a:ea typeface="Noto Sans CJK JP"/>
                <a:cs typeface="Noto Sans CJK JP"/>
              </a:rPr>
              <a:t>X：ランダムな入力</a:t>
            </a:r>
          </a:p>
        </p:txBody>
      </p:sp>
      <p:sp>
        <p:nvSpPr>
          <p:cNvPr id="12" name="">
            <a:extLst xmlns:a="http://schemas.openxmlformats.org/drawingml/2006/main">
              <a:ext uri="{FF2B5EF4-FFF2-40B4-BE49-F238E27FC236}">
                <a16:creationId xmlns:a16="http://schemas.microsoft.com/office/drawing/2014/main" id="{ED237A0E-EDE2-419B-9153-4AEC7A659AEE}"/>
              </a:ext>
            </a:extLst>
          </p:cNvPr>
          <p:cNvSpPr>
            <a:spLocks xmlns:a="http://schemas.openxmlformats.org/drawingml/2006/main" noGrp="1"/>
          </p:cNvSpPr>
          <p:nvPr/>
        </p:nvSpPr>
        <p:spPr>
          <a:xfrm xmlns:a="http://schemas.openxmlformats.org/drawingml/2006/main">
            <a:off x="457200" y="5000625"/>
            <a:ext cx="85725" cy="85725"/>
          </a:xfrm>
          <a:prstGeom xmlns:a="http://schemas.openxmlformats.org/drawingml/2006/main" prst="ellipse">
            <a:avLst/>
          </a:prstGeom>
          <a:solidFill xmlns:a="http://schemas.openxmlformats.org/drawingml/2006/main">
            <a:srgbClr val="7A62D3"/>
          </a:solidFill>
          <a:ln xmlns:a="http://schemas.openxmlformats.org/drawingml/2006/main" w="0">
            <a:solidFill>
              <a:srgbClr val="7A62D3"/>
            </a:solidFill>
            <a:prstDash val="solid"/>
          </a:ln>
        </p:spPr>
      </p:sp>
      <p:sp>
        <p:nvSpPr>
          <p:cNvPr id="13" name="">
            <a:extLst xmlns:a="http://schemas.openxmlformats.org/drawingml/2006/main">
              <a:ext uri="{FF2B5EF4-FFF2-40B4-BE49-F238E27FC236}">
                <a16:creationId xmlns:a16="http://schemas.microsoft.com/office/drawing/2014/main" id="{72501381-6076-40DC-B22B-5CF32A4BD1C2}"/>
              </a:ext>
            </a:extLst>
          </p:cNvPr>
          <p:cNvSpPr>
            <a:spLocks xmlns:a="http://schemas.openxmlformats.org/drawingml/2006/main" noGrp="1"/>
          </p:cNvSpPr>
          <p:nvPr/>
        </p:nvSpPr>
        <p:spPr>
          <a:xfrm xmlns:a="http://schemas.openxmlformats.org/drawingml/2006/main">
            <a:off x="666750" y="4914900"/>
            <a:ext cx="48863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725" b="0" i="0">
                <a:solidFill>
                  <a:srgbClr val="111111"/>
                </a:solidFill>
                <a:latin typeface="Noto Sans CJK JP"/>
                <a:ea typeface="Noto Sans CJK JP"/>
                <a:cs typeface="Noto Sans CJK JP"/>
              </a:defRPr>
            </a:pPr>
            <a:r>
              <a:rPr sz="1725" b="0" i="0">
                <a:solidFill>
                  <a:srgbClr val="111111"/>
                </a:solidFill>
                <a:latin typeface="Noto Sans CJK JP"/>
                <a:ea typeface="Noto Sans CJK JP"/>
                <a:cs typeface="Noto Sans CJK JP"/>
              </a:rPr>
              <a:t>f：各成分に作用する活性化関数</a:t>
            </a:r>
          </a:p>
        </p:txBody>
      </p:sp>
      <p:sp>
        <p:nvSpPr>
          <p:cNvPr id="14" name="">
            <a:extLst xmlns:a="http://schemas.openxmlformats.org/drawingml/2006/main">
              <a:ext uri="{FF2B5EF4-FFF2-40B4-BE49-F238E27FC236}">
                <a16:creationId xmlns:a16="http://schemas.microsoft.com/office/drawing/2014/main" id="{1E4B2BF5-3F54-4EDC-BDE2-A67525F87774}"/>
              </a:ext>
            </a:extLst>
          </p:cNvPr>
          <p:cNvSpPr>
            <a:spLocks xmlns:a="http://schemas.openxmlformats.org/drawingml/2006/main" noGrp="1"/>
          </p:cNvSpPr>
          <p:nvPr/>
        </p:nvSpPr>
        <p:spPr>
          <a:xfrm xmlns:a="http://schemas.openxmlformats.org/drawingml/2006/main">
            <a:off x="438150" y="569595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1" i="0">
                <a:solidFill>
                  <a:srgbClr val="111111"/>
                </a:solidFill>
                <a:latin typeface="Noto Sans CJK JP"/>
                <a:ea typeface="Noto Sans CJK JP"/>
                <a:cs typeface="Noto Sans CJK JP"/>
              </a:defRPr>
            </a:pPr>
            <a:r>
              <a:rPr sz="1650" b="1" i="0">
                <a:solidFill>
                  <a:srgbClr val="111111"/>
                </a:solidFill>
                <a:latin typeface="Noto Sans CJK JP"/>
                <a:ea typeface="Noto Sans CJK JP"/>
                <a:cs typeface="Noto Sans CJK JP"/>
              </a:rPr>
              <a:t>WとXが独立でも、Yの成分は独立ではない。</a:t>
            </a:r>
          </a:p>
        </p:txBody>
      </p:sp>
      <p:sp>
        <p:nvSpPr>
          <p:cNvPr id="15" name="">
            <a:extLst xmlns:a="http://schemas.openxmlformats.org/drawingml/2006/main">
              <a:ext uri="{FF2B5EF4-FFF2-40B4-BE49-F238E27FC236}">
                <a16:creationId xmlns:a16="http://schemas.microsoft.com/office/drawing/2014/main" id="{4B86224A-676C-4D42-8F92-8A939FCB625A}"/>
              </a:ext>
            </a:extLst>
          </p:cNvPr>
          <p:cNvSpPr>
            <a:spLocks xmlns:a="http://schemas.openxmlformats.org/drawingml/2006/main" noGrp="1"/>
          </p:cNvSpPr>
          <p:nvPr/>
        </p:nvSpPr>
        <p:spPr>
          <a:xfrm xmlns:a="http://schemas.openxmlformats.org/drawingml/2006/main">
            <a:off x="6115050" y="1676400"/>
            <a:ext cx="5676900" cy="4324350"/>
          </a:xfrm>
          <a:prstGeom xmlns:a="http://schemas.openxmlformats.org/drawingml/2006/main" prst="roundRect">
            <a:avLst>
              <a:gd name="adj" fmla="val 1762"/>
            </a:avLst>
          </a:prstGeom>
          <a:solidFill xmlns:a="http://schemas.openxmlformats.org/drawingml/2006/main">
            <a:srgbClr val="FFFFFF"/>
          </a:solidFill>
          <a:ln xmlns:a="http://schemas.openxmlformats.org/drawingml/2006/main" w="9525">
            <a:solidFill>
              <a:srgbClr val="C9CDD3"/>
            </a:solidFill>
            <a:prstDash val="solid"/>
          </a:ln>
        </p:spPr>
      </p:sp>
      <p:sp>
        <p:nvSpPr>
          <p:cNvPr id="31" name="">
            <a:extLst xmlns:a="http://schemas.openxmlformats.org/drawingml/2006/main">
              <a:ext uri="{FF2B5EF4-FFF2-40B4-BE49-F238E27FC236}">
                <a16:creationId xmlns:a16="http://schemas.microsoft.com/office/drawing/2014/main" id="{10920644-FFC2-4A9E-AA8D-46BB5F52DFB5}"/>
              </a:ext>
            </a:extLst>
          </p:cNvPr>
          <p:cNvSpPr>
            <a:spLocks xmlns:a="http://schemas.openxmlformats.org/drawingml/2006/main" noGrp="1"/>
          </p:cNvSpPr>
          <p:nvPr/>
        </p:nvSpPr>
        <p:spPr>
          <a:xfrm xmlns:a="http://schemas.openxmlformats.org/drawingml/2006/main">
            <a:off x="6438900" y="5276850"/>
            <a:ext cx="5048250" cy="457200"/>
          </a:xfrm>
          <a:prstGeom xmlns:a="http://schemas.openxmlformats.org/drawingml/2006/main" prst="roundRect">
            <a:avLst>
              <a:gd name="adj" fmla="val 16667"/>
            </a:avLst>
          </a:prstGeom>
          <a:solidFill xmlns:a="http://schemas.openxmlformats.org/drawingml/2006/main">
            <a:srgbClr val="FFF6D9"/>
          </a:solidFill>
          <a:ln xmlns:a="http://schemas.openxmlformats.org/drawingml/2006/main" w="9525">
            <a:solidFill>
              <a:srgbClr val="F2CB66"/>
            </a:solidFill>
            <a:prstDash val="solid"/>
          </a:ln>
        </p:spPr>
      </p:sp>
      <p:sp>
        <p:nvSpPr>
          <p:cNvPr id="32" name="">
            <a:extLst xmlns:a="http://schemas.openxmlformats.org/drawingml/2006/main">
              <a:ext uri="{FF2B5EF4-FFF2-40B4-BE49-F238E27FC236}">
                <a16:creationId xmlns:a16="http://schemas.microsoft.com/office/drawing/2014/main" id="{CC0C7294-41CB-4B81-A415-27D52F8CB444}"/>
              </a:ext>
            </a:extLst>
          </p:cNvPr>
          <p:cNvSpPr>
            <a:spLocks xmlns:a="http://schemas.openxmlformats.org/drawingml/2006/main" noGrp="1"/>
          </p:cNvSpPr>
          <p:nvPr/>
        </p:nvSpPr>
        <p:spPr>
          <a:xfrm xmlns:a="http://schemas.openxmlformats.org/drawingml/2006/main">
            <a:off x="6591300" y="5362575"/>
            <a:ext cx="4743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0952"/>
          </a:bodyPr>
          <a:lstStyle xmlns:a="http://schemas.openxmlformats.org/drawingml/2006/main"/>
          <a:p xmlns:a="http://schemas.openxmlformats.org/drawingml/2006/main">
            <a:pPr algn="ctr">
              <a:defRPr sz="1575" b="1" i="0">
                <a:solidFill>
                  <a:srgbClr val="111111"/>
                </a:solidFill>
                <a:latin typeface="Noto Sans CJK JP"/>
                <a:ea typeface="Noto Sans CJK JP"/>
                <a:cs typeface="Noto Sans CJK JP"/>
              </a:defRPr>
            </a:pPr>
            <a:r>
              <a:rPr sz="1575" b="1" i="0">
                <a:solidFill>
                  <a:srgbClr val="111111"/>
                </a:solidFill>
                <a:latin typeface="Noto Sans CJK JP"/>
                <a:ea typeface="Noto Sans CJK JP"/>
                <a:cs typeface="Noto Sans CJK JP"/>
              </a:rPr>
              <a:t>問い：依存構造は極限スペクトルに何を残すか？</a:t>
            </a:r>
          </a:p>
        </p:txBody>
      </p:sp>
      <p:pic>
        <p:nvPicPr>
          <p:cNvPr id="60" name="Typeset equation 4:6" descr="Y=f\!\left(\frac{WX}{\sqrt{n_0}}\right)"/>
          <p:cNvPicPr>
            <a:picLocks xmlns:a="http://schemas.openxmlformats.org/drawingml/2006/main" noChangeAspect="1"/>
          </p:cNvPicPr>
          <p:nvPr/>
        </p:nvPicPr>
        <p:blipFill>
          <a:blip xmlns:r="http://schemas.openxmlformats.org/officeDocument/2006/relationships" xmlns:a="http://schemas.openxmlformats.org/drawingml/2006/main" r:embed="rIdTypeset4_1_png">
            <a:extLst>
              <a:ext uri="{96DAC541-7B7A-43D3-8B79-37D633B846F1}">
                <asvg:svgBlip xmlns:asvg="http://schemas.microsoft.com/office/drawing/2016/SVG/main" r:embed="rIdTypeset4_1_svg"/>
              </a:ext>
            </a:extLst>
          </a:blip>
          <a:stretch xmlns:a="http://schemas.openxmlformats.org/drawingml/2006/main"/>
        </p:blipFill>
        <p:spPr>
          <a:xfrm xmlns:a="http://schemas.openxmlformats.org/drawingml/2006/main">
            <a:off x="485775" y="2057400"/>
            <a:ext cx="1905527" cy="781050"/>
          </a:xfrm>
          <a:prstGeom xmlns:a="http://schemas.openxmlformats.org/drawingml/2006/main" prst="rect">
            <a:avLst/>
          </a:prstGeom>
        </p:spPr>
      </p:pic>
      <p:pic>
        <p:nvPicPr>
          <p:cNvPr id="61" name="Typeset equation 4:7" descr="M=\frac{1}{m}YY^{\mathsf T}"/>
          <p:cNvPicPr>
            <a:picLocks xmlns:a="http://schemas.openxmlformats.org/drawingml/2006/main" noChangeAspect="1"/>
          </p:cNvPicPr>
          <p:nvPr/>
        </p:nvPicPr>
        <p:blipFill>
          <a:blip xmlns:r="http://schemas.openxmlformats.org/officeDocument/2006/relationships" xmlns:a="http://schemas.openxmlformats.org/drawingml/2006/main" r:embed="rIdTypeset4_2_png">
            <a:extLst>
              <a:ext uri="{96DAC541-7B7A-43D3-8B79-37D633B846F1}">
                <asvg:svgBlip xmlns:asvg="http://schemas.microsoft.com/office/drawing/2016/SVG/main" r:embed="rIdTypeset4_2_svg"/>
              </a:ext>
            </a:extLst>
          </a:blip>
          <a:stretch xmlns:a="http://schemas.openxmlformats.org/drawingml/2006/main"/>
        </p:blipFill>
        <p:spPr>
          <a:xfrm xmlns:a="http://schemas.openxmlformats.org/drawingml/2006/main">
            <a:off x="485775" y="2847975"/>
            <a:ext cx="1721541" cy="657225"/>
          </a:xfrm>
          <a:prstGeom xmlns:a="http://schemas.openxmlformats.org/drawingml/2006/main" prst="rect">
            <a:avLst/>
          </a:prstGeom>
        </p:spPr>
      </p:pic>
      <p:sp>
        <p:nvSpPr>
          <p:cNvPr id="62" name="Revision Dependence title">
            <a:extLst xmlns:a="http://schemas.openxmlformats.org/drawingml/2006/main">
              <a:ext uri="{FF2B5EF4-FFF2-40B4-BE49-F238E27FC236}">
                <a16:creationId xmlns:a16="http://schemas.microsoft.com/office/drawing/2014/main" id="{10823AF4-E9C9-45B6-A6A1-40584E14CB10}"/>
              </a:ext>
            </a:extLst>
          </p:cNvPr>
          <p:cNvSpPr>
            <a:spLocks xmlns:a="http://schemas.openxmlformats.org/drawingml/2006/main" noGrp="1"/>
          </p:cNvSpPr>
          <p:nvPr/>
        </p:nvSpPr>
        <p:spPr>
          <a:xfrm xmlns:a="http://schemas.openxmlformats.org/drawingml/2006/main">
            <a:off x="6381750" y="186690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11111"/>
                </a:solidFill>
                <a:latin typeface="Noto Sans CJK JP"/>
                <a:ea typeface="Noto Sans CJK JP"/>
                <a:cs typeface="Noto Sans CJK JP"/>
              </a:defRPr>
            </a:pPr>
            <a:r>
              <a:rPr sz="2025" b="1">
                <a:solidFill>
                  <a:srgbClr val="111111"/>
                </a:solidFill>
                <a:latin typeface="Noto Sans CJK JP"/>
                <a:ea typeface="Noto Sans CJK JP"/>
                <a:cs typeface="Noto Sans CJK JP"/>
              </a:rPr>
              <a:t>成分間の依存</a:t>
            </a:r>
          </a:p>
        </p:txBody>
      </p:sp>
      <p:sp>
        <p:nvSpPr>
          <p:cNvPr id="63" name="Revision Inner product explanation">
            <a:extLst xmlns:a="http://schemas.openxmlformats.org/drawingml/2006/main">
              <a:ext uri="{FF2B5EF4-FFF2-40B4-BE49-F238E27FC236}">
                <a16:creationId xmlns:a16="http://schemas.microsoft.com/office/drawing/2014/main" id="{71B3EDEE-5537-4CB0-A5D3-F58562299D46}"/>
              </a:ext>
            </a:extLst>
          </p:cNvPr>
          <p:cNvSpPr>
            <a:spLocks xmlns:a="http://schemas.openxmlformats.org/drawingml/2006/main" noGrp="1"/>
          </p:cNvSpPr>
          <p:nvPr/>
        </p:nvSpPr>
        <p:spPr>
          <a:xfrm xmlns:a="http://schemas.openxmlformats.org/drawingml/2006/main">
            <a:off x="6477000" y="3352800"/>
            <a:ext cx="5048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B6472"/>
                </a:solidFill>
                <a:latin typeface="Noto Sans CJK JP"/>
                <a:ea typeface="Noto Sans CJK JP"/>
                <a:cs typeface="Noto Sans CJK JP"/>
              </a:defRPr>
            </a:pPr>
            <a:r>
              <a:rPr sz="1800" b="0">
                <a:solidFill>
                  <a:srgbClr val="5B6472"/>
                </a:solidFill>
                <a:latin typeface="Noto Sans CJK JP"/>
                <a:ea typeface="Noto Sans CJK JP"/>
                <a:cs typeface="Noto Sans CJK JP"/>
              </a:rPr>
              <a:t>各成分は、重みと入力の内積</a:t>
            </a:r>
          </a:p>
        </p:txBody>
      </p:sp>
      <p:sp>
        <p:nvSpPr>
          <p:cNvPr id="64" name="Revision Row sharing">
            <a:extLst xmlns:a="http://schemas.openxmlformats.org/drawingml/2006/main">
              <a:ext uri="{FF2B5EF4-FFF2-40B4-BE49-F238E27FC236}">
                <a16:creationId xmlns:a16="http://schemas.microsoft.com/office/drawing/2014/main" id="{39023CEA-1B8F-43E3-AB84-450FAF2ED2FA}"/>
              </a:ext>
            </a:extLst>
          </p:cNvPr>
          <p:cNvSpPr>
            <a:spLocks xmlns:a="http://schemas.openxmlformats.org/drawingml/2006/main" noGrp="1"/>
          </p:cNvSpPr>
          <p:nvPr/>
        </p:nvSpPr>
        <p:spPr>
          <a:xfrm xmlns:a="http://schemas.openxmlformats.org/drawingml/2006/main">
            <a:off x="6477000" y="38957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17DAA"/>
                </a:solidFill>
                <a:latin typeface="Noto Sans CJK JP"/>
                <a:ea typeface="Noto Sans CJK JP"/>
                <a:cs typeface="Noto Sans CJK JP"/>
              </a:defRPr>
            </a:pPr>
            <a:r>
              <a:rPr sz="2025" b="0">
                <a:solidFill>
                  <a:srgbClr val="117DAA"/>
                </a:solidFill>
                <a:latin typeface="Noto Sans CJK JP"/>
                <a:ea typeface="Noto Sans CJK JP"/>
                <a:cs typeface="Noto Sans CJK JP"/>
              </a:rPr>
              <a:t>同じ行では W の行を共有</a:t>
            </a:r>
          </a:p>
        </p:txBody>
      </p:sp>
      <p:sp>
        <p:nvSpPr>
          <p:cNvPr id="65" name="Revision Column sharing">
            <a:extLst xmlns:a="http://schemas.openxmlformats.org/drawingml/2006/main">
              <a:ext uri="{FF2B5EF4-FFF2-40B4-BE49-F238E27FC236}">
                <a16:creationId xmlns:a16="http://schemas.microsoft.com/office/drawing/2014/main" id="{B7C1CBCE-18E8-4B1C-BA98-9E7D531AF95E}"/>
              </a:ext>
            </a:extLst>
          </p:cNvPr>
          <p:cNvSpPr>
            <a:spLocks xmlns:a="http://schemas.openxmlformats.org/drawingml/2006/main" noGrp="1"/>
          </p:cNvSpPr>
          <p:nvPr/>
        </p:nvSpPr>
        <p:spPr>
          <a:xfrm xmlns:a="http://schemas.openxmlformats.org/drawingml/2006/main">
            <a:off x="6477000" y="44291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73780"/>
                </a:solidFill>
                <a:latin typeface="Noto Sans CJK JP"/>
                <a:ea typeface="Noto Sans CJK JP"/>
                <a:cs typeface="Noto Sans CJK JP"/>
              </a:defRPr>
            </a:pPr>
            <a:r>
              <a:rPr sz="2025" b="0">
                <a:solidFill>
                  <a:srgbClr val="C73780"/>
                </a:solidFill>
                <a:latin typeface="Noto Sans CJK JP"/>
                <a:ea typeface="Noto Sans CJK JP"/>
                <a:cs typeface="Noto Sans CJK JP"/>
              </a:rPr>
              <a:t>同じ列では X の列を共有</a:t>
            </a:r>
          </a:p>
        </p:txBody>
      </p:sp>
      <p:pic>
        <p:nvPicPr>
          <p:cNvPr id="66" name="Revision equation s4_product" descr="(WX)_{ij}=\sum_{k=1}^{n_0}W_{ik}X_{kj}"/>
          <p:cNvPicPr>
            <a:picLocks xmlns:a="http://schemas.openxmlformats.org/drawingml/2006/main" noChangeAspect="1"/>
          </p:cNvPicPr>
          <p:nvPr/>
        </p:nvPicPr>
        <p:blipFill>
          <a:blip xmlns:r="http://schemas.openxmlformats.org/officeDocument/2006/relationships" xmlns:a="http://schemas.openxmlformats.org/drawingml/2006/main" r:embed="rIdRevision2_s4_product_png">
            <a:extLst>
              <a:ext uri="{96DAC541-7B7A-43D3-8B79-37D633B846F1}">
                <asvg:svgBlip xmlns:asvg="http://schemas.microsoft.com/office/drawing/2016/SVG/main" r:embed="rIdRevision2_s4_product_svg"/>
              </a:ext>
            </a:extLst>
          </a:blip>
          <a:stretch xmlns:a="http://schemas.openxmlformats.org/drawingml/2006/main"/>
        </p:blipFill>
        <p:spPr>
          <a:xfrm xmlns:a="http://schemas.openxmlformats.org/drawingml/2006/main">
            <a:off x="6543675" y="2438400"/>
            <a:ext cx="2664125" cy="857250"/>
          </a:xfrm>
          <a:prstGeom xmlns:a="http://schemas.openxmlformats.org/drawingml/2006/main" prst="rect">
            <a:avLst/>
          </a:prstGeom>
        </p:spPr>
      </p:pic>
    </p:spTree>
    <p:extLst>
      <p:ext uri="{BB962C8B-B14F-4D97-AF65-F5344CB8AC3E}">
        <p14:creationId xmlns:p14="http://schemas.microsoft.com/office/powerpoint/2010/main" val="179928152"/>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5A9F906-F0E8-4C14-9886-DE2D251BAB09}"/>
              </a:ext>
            </a:extLst>
          </p:cNvPr>
          <p:cNvSpPr>
            <a:spLocks xmlns:a="http://schemas.openxmlformats.org/drawingml/2006/main" noGrp="1"/>
          </p:cNvSpPr>
          <p:nvPr/>
        </p:nvSpPr>
        <p:spPr>
          <a:xfrm xmlns:a="http://schemas.openxmlformats.org/drawingml/2006/main">
            <a:off x="400050" y="57150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3150" b="1" i="0">
                <a:solidFill>
                  <a:srgbClr val="111111"/>
                </a:solidFill>
                <a:latin typeface="Noto Sans CJK JP"/>
                <a:ea typeface="Noto Sans CJK JP"/>
                <a:cs typeface="Noto Sans CJK JP"/>
              </a:defRPr>
            </a:pPr>
            <a:r>
              <a:rPr sz="3150" b="1" i="0">
                <a:solidFill>
                  <a:srgbClr val="111111"/>
                </a:solidFill>
                <a:latin typeface="Noto Sans CJK JP"/>
                <a:ea typeface="Noto Sans CJK JP"/>
                <a:cs typeface="Noto Sans CJK JP"/>
              </a:rPr>
              <a:t>非線形性は二つの量に圧縮される</a:t>
            </a:r>
          </a:p>
        </p:txBody>
      </p:sp>
      <p:cxnSp>
        <p:nvCxnSpPr>
          <p:cNvPr id="26" name=""/>
          <p:cNvCxnSpPr/>
          <p:nvPr/>
        </p:nvCxnSpPr>
        <p:spPr>
          <a:xfrm xmlns:a="http://schemas.openxmlformats.org/drawingml/2006/main">
            <a:off x="400050" y="1314450"/>
            <a:ext cx="11391900" cy="0"/>
          </a:xfrm>
          <a:prstGeom xmlns:a="http://schemas.openxmlformats.org/drawingml/2006/main" prst="straightConnector1">
            <a:avLst/>
          </a:prstGeom>
          <a:ln xmlns:a="http://schemas.openxmlformats.org/drawingml/2006/main" w="9525">
            <a:solidFill>
              <a:srgbClr val="111111"/>
            </a:solidFill>
            <a:prstDash val="solid"/>
          </a:ln>
        </p:spPr>
      </p:cxnSp>
      <p:sp>
        <p:nvSpPr>
          <p:cNvPr id="4" name="">
            <a:extLst xmlns:a="http://schemas.openxmlformats.org/drawingml/2006/main">
              <a:ext uri="{FF2B5EF4-FFF2-40B4-BE49-F238E27FC236}">
                <a16:creationId xmlns:a16="http://schemas.microsoft.com/office/drawing/2014/main" id="{C8A97814-ABD7-4368-8F08-D7FE542F18B6}"/>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809"/>
          </a:bodyPr>
          <a:lstStyle xmlns:a="http://schemas.openxmlformats.org/drawingml/2006/main"/>
          <a:p xmlns:a="http://schemas.openxmlformats.org/drawingml/2006/main">
            <a:pPr algn="r">
              <a:defRPr sz="1050" b="1" i="0">
                <a:solidFill>
                  <a:srgbClr val="5D6470"/>
                </a:solidFill>
                <a:latin typeface="Noto Sans CJK JP"/>
                <a:ea typeface="Noto Sans CJK JP"/>
                <a:cs typeface="Noto Sans CJK JP"/>
              </a:defRPr>
            </a:pPr>
            <a:r>
              <a:rPr sz="1050" b="1" i="0">
                <a:solidFill>
                  <a:srgbClr val="5D6470"/>
                </a:solidFill>
                <a:latin typeface="Noto Sans CJK JP"/>
                <a:ea typeface="Noto Sans CJK JP"/>
                <a:cs typeface="Noto Sans CJK JP"/>
              </a:rPr>
              <a:t>05</a:t>
            </a:r>
          </a:p>
        </p:txBody>
      </p:sp>
      <p:sp>
        <p:nvSpPr>
          <p:cNvPr id="27" name="Revision Authors">
            <a:extLst xmlns:a="http://schemas.openxmlformats.org/drawingml/2006/main">
              <a:ext uri="{FF2B5EF4-FFF2-40B4-BE49-F238E27FC236}">
                <a16:creationId xmlns:a16="http://schemas.microsoft.com/office/drawing/2014/main" id="{19BCA246-CA2D-4EE5-9270-9471E7D22B41}"/>
              </a:ext>
            </a:extLst>
          </p:cNvPr>
          <p:cNvSpPr>
            <a:spLocks xmlns:a="http://schemas.openxmlformats.org/drawingml/2006/main" noGrp="1"/>
          </p:cNvSpPr>
          <p:nvPr/>
        </p:nvSpPr>
        <p:spPr>
          <a:xfrm xmlns:a="http://schemas.openxmlformats.org/drawingml/2006/main">
            <a:off x="495300" y="1476375"/>
            <a:ext cx="11087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B6472"/>
                </a:solidFill>
                <a:latin typeface="Noto Sans CJK JP"/>
                <a:ea typeface="Noto Sans CJK JP"/>
                <a:cs typeface="Noto Sans CJK JP"/>
              </a:defRPr>
            </a:pPr>
            <a:r>
              <a:rPr sz="1875" b="0">
                <a:solidFill>
                  <a:srgbClr val="5B6472"/>
                </a:solidFill>
                <a:latin typeface="Noto Sans CJK JP"/>
                <a:ea typeface="Noto Sans CJK JP"/>
                <a:cs typeface="Noto Sans CJK JP"/>
              </a:rPr>
              <a:t>Pennington–Worah (2017)  ／  Benigni–Péché (2021)</a:t>
            </a:r>
          </a:p>
        </p:txBody>
      </p:sp>
      <p:sp>
        <p:nvSpPr>
          <p:cNvPr id="28" name="Revision Scalar G">
            <a:extLst xmlns:a="http://schemas.openxmlformats.org/drawingml/2006/main">
              <a:ext uri="{FF2B5EF4-FFF2-40B4-BE49-F238E27FC236}">
                <a16:creationId xmlns:a16="http://schemas.microsoft.com/office/drawing/2014/main" id="{A6AE05D0-5A8B-4541-B777-A165B40586D6}"/>
              </a:ext>
            </a:extLst>
          </p:cNvPr>
          <p:cNvSpPr>
            <a:spLocks xmlns:a="http://schemas.openxmlformats.org/drawingml/2006/main" noGrp="1"/>
          </p:cNvSpPr>
          <p:nvPr/>
        </p:nvSpPr>
        <p:spPr>
          <a:xfrm xmlns:a="http://schemas.openxmlformats.org/drawingml/2006/main">
            <a:off x="8096250" y="19716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B6472"/>
                </a:solidFill>
                <a:latin typeface="Noto Sans CJK JP"/>
                <a:ea typeface="Noto Sans CJK JP"/>
                <a:cs typeface="Noto Sans CJK JP"/>
              </a:defRPr>
            </a:pPr>
            <a:r>
              <a:rPr sz="1725" b="0">
                <a:solidFill>
                  <a:srgbClr val="5B6472"/>
                </a:solidFill>
                <a:latin typeface="Noto Sans CJK JP"/>
                <a:ea typeface="Noto Sans CJK JP"/>
                <a:cs typeface="Noto Sans CJK JP"/>
              </a:rPr>
              <a:t>G：スカラーの標準正規変数</a:t>
            </a:r>
          </a:p>
        </p:txBody>
      </p:sp>
      <p:sp>
        <p:nvSpPr>
          <p:cNvPr id="29" name="Revision Scale q">
            <a:extLst xmlns:a="http://schemas.openxmlformats.org/drawingml/2006/main">
              <a:ext uri="{FF2B5EF4-FFF2-40B4-BE49-F238E27FC236}">
                <a16:creationId xmlns:a16="http://schemas.microsoft.com/office/drawing/2014/main" id="{B776D027-772E-4907-AD78-F7F0EA0156C5}"/>
              </a:ext>
            </a:extLst>
          </p:cNvPr>
          <p:cNvSpPr>
            <a:spLocks xmlns:a="http://schemas.openxmlformats.org/drawingml/2006/main" noGrp="1"/>
          </p:cNvSpPr>
          <p:nvPr/>
        </p:nvSpPr>
        <p:spPr>
          <a:xfrm xmlns:a="http://schemas.openxmlformats.org/drawingml/2006/main">
            <a:off x="8096250" y="24098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B6472"/>
                </a:solidFill>
                <a:latin typeface="Noto Sans CJK JP"/>
                <a:ea typeface="Noto Sans CJK JP"/>
                <a:cs typeface="Noto Sans CJK JP"/>
              </a:defRPr>
            </a:pPr>
            <a:r>
              <a:rPr sz="1725" b="0">
                <a:solidFill>
                  <a:srgbClr val="5B6472"/>
                </a:solidFill>
                <a:latin typeface="Noto Sans CJK JP"/>
                <a:ea typeface="Noto Sans CJK JP"/>
                <a:cs typeface="Noto Sans CJK JP"/>
              </a:rPr>
              <a:t>q：変換前の標準偏差</a:t>
            </a:r>
          </a:p>
        </p:txBody>
      </p:sp>
      <p:sp>
        <p:nvSpPr>
          <p:cNvPr id="30" name="Revision Projection heading">
            <a:extLst xmlns:a="http://schemas.openxmlformats.org/drawingml/2006/main">
              <a:ext uri="{FF2B5EF4-FFF2-40B4-BE49-F238E27FC236}">
                <a16:creationId xmlns:a16="http://schemas.microsoft.com/office/drawing/2014/main" id="{58117405-34A3-418F-B029-934D5776EFD6}"/>
              </a:ext>
            </a:extLst>
          </p:cNvPr>
          <p:cNvSpPr>
            <a:spLocks xmlns:a="http://schemas.openxmlformats.org/drawingml/2006/main" noGrp="1"/>
          </p:cNvSpPr>
          <p:nvPr/>
        </p:nvSpPr>
        <p:spPr>
          <a:xfrm xmlns:a="http://schemas.openxmlformats.org/drawingml/2006/main">
            <a:off x="495300" y="2905125"/>
            <a:ext cx="702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7DAA"/>
                </a:solidFill>
                <a:latin typeface="Noto Sans CJK JP"/>
                <a:ea typeface="Noto Sans CJK JP"/>
                <a:cs typeface="Noto Sans CJK JP"/>
              </a:defRPr>
            </a:pPr>
            <a:r>
              <a:rPr sz="1950" b="1">
                <a:solidFill>
                  <a:srgbClr val="117DAA"/>
                </a:solidFill>
                <a:latin typeface="Noto Sans CJK JP"/>
                <a:ea typeface="Noto Sans CJK JP"/>
                <a:cs typeface="Noto Sans CJK JP"/>
              </a:rPr>
              <a:t>L² の直交分解</a:t>
            </a:r>
          </a:p>
        </p:txBody>
      </p:sp>
      <p:sp>
        <p:nvSpPr>
          <p:cNvPr id="31" name="Revision Geometry heading">
            <a:extLst xmlns:a="http://schemas.openxmlformats.org/drawingml/2006/main">
              <a:ext uri="{FF2B5EF4-FFF2-40B4-BE49-F238E27FC236}">
                <a16:creationId xmlns:a16="http://schemas.microsoft.com/office/drawing/2014/main" id="{D636D3DB-C9B3-4AD1-8ED2-3B41F16564C6}"/>
              </a:ext>
            </a:extLst>
          </p:cNvPr>
          <p:cNvSpPr>
            <a:spLocks xmlns:a="http://schemas.openxmlformats.org/drawingml/2006/main" noGrp="1"/>
          </p:cNvSpPr>
          <p:nvPr/>
        </p:nvSpPr>
        <p:spPr>
          <a:xfrm xmlns:a="http://schemas.openxmlformats.org/drawingml/2006/main">
            <a:off x="8239125" y="2924175"/>
            <a:ext cx="3457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11111"/>
                </a:solidFill>
                <a:latin typeface="Noto Sans CJK JP"/>
                <a:ea typeface="Noto Sans CJK JP"/>
                <a:cs typeface="Noto Sans CJK JP"/>
              </a:defRPr>
            </a:pPr>
            <a:r>
              <a:rPr sz="1875" b="1">
                <a:solidFill>
                  <a:srgbClr val="111111"/>
                </a:solidFill>
                <a:latin typeface="Noto Sans CJK JP"/>
                <a:ea typeface="Noto Sans CJK JP"/>
                <a:cs typeface="Noto Sans CJK JP"/>
              </a:rPr>
              <a:t>一次成分への射影</a:t>
            </a:r>
          </a:p>
        </p:txBody>
      </p:sp>
      <p:sp>
        <p:nvSpPr>
          <p:cNvPr id="32" name="Revision G axis">
            <a:extLst xmlns:a="http://schemas.openxmlformats.org/drawingml/2006/main">
              <a:ext uri="{FF2B5EF4-FFF2-40B4-BE49-F238E27FC236}">
                <a16:creationId xmlns:a16="http://schemas.microsoft.com/office/drawing/2014/main" id="{05C19B8F-C83E-4020-90FD-A8B4AC1A9D46}"/>
              </a:ext>
            </a:extLst>
          </p:cNvPr>
          <p:cNvSpPr>
            <a:spLocks xmlns:a="http://schemas.openxmlformats.org/drawingml/2006/main" noGrp="1"/>
          </p:cNvSpPr>
          <p:nvPr/>
        </p:nvSpPr>
        <p:spPr>
          <a:xfrm xmlns:a="http://schemas.openxmlformats.org/drawingml/2006/main" flipV="0">
            <a:off x="7953375" y="4953000"/>
            <a:ext cx="3724275" cy="0"/>
          </a:xfrm>
          <a:prstGeom xmlns:a="http://schemas.openxmlformats.org/drawingml/2006/main" prst="line">
            <a:avLst/>
          </a:prstGeom>
          <a:noFill xmlns:a="http://schemas.openxmlformats.org/drawingml/2006/main"/>
          <a:ln xmlns:a="http://schemas.openxmlformats.org/drawingml/2006/main" w="13335">
            <a:solidFill>
              <a:srgbClr val="9CA3AF"/>
            </a:solidFill>
            <a:prstDash val="solid"/>
          </a:ln>
        </p:spPr>
      </p:sp>
      <p:sp>
        <p:nvSpPr>
          <p:cNvPr id="33" name="Revision F vector">
            <a:extLst xmlns:a="http://schemas.openxmlformats.org/drawingml/2006/main">
              <a:ext uri="{FF2B5EF4-FFF2-40B4-BE49-F238E27FC236}">
                <a16:creationId xmlns:a16="http://schemas.microsoft.com/office/drawing/2014/main" id="{12CF001F-B451-4F96-A1B1-60E21E1606F5}"/>
              </a:ext>
            </a:extLst>
          </p:cNvPr>
          <p:cNvSpPr>
            <a:spLocks xmlns:a="http://schemas.openxmlformats.org/drawingml/2006/main" noGrp="1"/>
          </p:cNvSpPr>
          <p:nvPr/>
        </p:nvSpPr>
        <p:spPr>
          <a:xfrm xmlns:a="http://schemas.openxmlformats.org/drawingml/2006/main" flipV="1">
            <a:off x="8096250" y="3714750"/>
            <a:ext cx="2428875" cy="1238250"/>
          </a:xfrm>
          <a:prstGeom xmlns:a="http://schemas.openxmlformats.org/drawingml/2006/main" prst="line">
            <a:avLst/>
          </a:prstGeom>
          <a:noFill xmlns:a="http://schemas.openxmlformats.org/drawingml/2006/main"/>
          <a:ln xmlns:a="http://schemas.openxmlformats.org/drawingml/2006/main" w="33338">
            <a:solidFill>
              <a:srgbClr val="117DAA"/>
            </a:solidFill>
            <a:prstDash val="solid"/>
          </a:ln>
        </p:spPr>
      </p:sp>
      <p:sp>
        <p:nvSpPr>
          <p:cNvPr id="34" name="Revision aG vector">
            <a:extLst xmlns:a="http://schemas.openxmlformats.org/drawingml/2006/main">
              <a:ext uri="{FF2B5EF4-FFF2-40B4-BE49-F238E27FC236}">
                <a16:creationId xmlns:a16="http://schemas.microsoft.com/office/drawing/2014/main" id="{1BC08EEF-0CB1-4A13-AB0D-A8C210109018}"/>
              </a:ext>
            </a:extLst>
          </p:cNvPr>
          <p:cNvSpPr>
            <a:spLocks xmlns:a="http://schemas.openxmlformats.org/drawingml/2006/main" noGrp="1"/>
          </p:cNvSpPr>
          <p:nvPr/>
        </p:nvSpPr>
        <p:spPr>
          <a:xfrm xmlns:a="http://schemas.openxmlformats.org/drawingml/2006/main" flipV="0">
            <a:off x="8096250" y="4953000"/>
            <a:ext cx="2428875" cy="0"/>
          </a:xfrm>
          <a:prstGeom xmlns:a="http://schemas.openxmlformats.org/drawingml/2006/main" prst="line">
            <a:avLst/>
          </a:prstGeom>
          <a:noFill xmlns:a="http://schemas.openxmlformats.org/drawingml/2006/main"/>
          <a:ln xmlns:a="http://schemas.openxmlformats.org/drawingml/2006/main" w="38100">
            <a:solidFill>
              <a:srgbClr val="C73780"/>
            </a:solidFill>
            <a:prstDash val="solid"/>
          </a:ln>
        </p:spPr>
      </p:sp>
      <p:sp>
        <p:nvSpPr>
          <p:cNvPr id="35" name="Revision Residual vector">
            <a:extLst xmlns:a="http://schemas.openxmlformats.org/drawingml/2006/main">
              <a:ext uri="{FF2B5EF4-FFF2-40B4-BE49-F238E27FC236}">
                <a16:creationId xmlns:a16="http://schemas.microsoft.com/office/drawing/2014/main" id="{8B02850B-0CE5-4AE1-B951-ED1753228050}"/>
              </a:ext>
            </a:extLst>
          </p:cNvPr>
          <p:cNvSpPr>
            <a:spLocks xmlns:a="http://schemas.openxmlformats.org/drawingml/2006/main" noGrp="1"/>
          </p:cNvSpPr>
          <p:nvPr/>
        </p:nvSpPr>
        <p:spPr>
          <a:xfrm xmlns:a="http://schemas.openxmlformats.org/drawingml/2006/main" flipV="0">
            <a:off x="10525125" y="3714750"/>
            <a:ext cx="0" cy="1238250"/>
          </a:xfrm>
          <a:prstGeom xmlns:a="http://schemas.openxmlformats.org/drawingml/2006/main" prst="line">
            <a:avLst/>
          </a:prstGeom>
          <a:noFill xmlns:a="http://schemas.openxmlformats.org/drawingml/2006/main"/>
          <a:ln xmlns:a="http://schemas.openxmlformats.org/drawingml/2006/main" w="33338">
            <a:solidFill>
              <a:srgbClr val="785DE8"/>
            </a:solidFill>
            <a:prstDash val="solid"/>
          </a:ln>
        </p:spPr>
      </p:sp>
      <p:sp>
        <p:nvSpPr>
          <p:cNvPr id="36" name="Revision Right angle horizontal">
            <a:extLst xmlns:a="http://schemas.openxmlformats.org/drawingml/2006/main">
              <a:ext uri="{FF2B5EF4-FFF2-40B4-BE49-F238E27FC236}">
                <a16:creationId xmlns:a16="http://schemas.microsoft.com/office/drawing/2014/main" id="{99A12065-0F39-4DEC-9389-C7AF1346F0C2}"/>
              </a:ext>
            </a:extLst>
          </p:cNvPr>
          <p:cNvSpPr>
            <a:spLocks xmlns:a="http://schemas.openxmlformats.org/drawingml/2006/main" noGrp="1"/>
          </p:cNvSpPr>
          <p:nvPr/>
        </p:nvSpPr>
        <p:spPr>
          <a:xfrm xmlns:a="http://schemas.openxmlformats.org/drawingml/2006/main" flipV="0">
            <a:off x="10344150" y="4772025"/>
            <a:ext cx="180975" cy="0"/>
          </a:xfrm>
          <a:prstGeom xmlns:a="http://schemas.openxmlformats.org/drawingml/2006/main" prst="line">
            <a:avLst/>
          </a:prstGeom>
          <a:noFill xmlns:a="http://schemas.openxmlformats.org/drawingml/2006/main"/>
          <a:ln xmlns:a="http://schemas.openxmlformats.org/drawingml/2006/main" w="14288">
            <a:solidFill>
              <a:srgbClr val="5B6472"/>
            </a:solidFill>
            <a:prstDash val="solid"/>
          </a:ln>
        </p:spPr>
      </p:sp>
      <p:sp>
        <p:nvSpPr>
          <p:cNvPr id="37" name="Revision Right angle vertical">
            <a:extLst xmlns:a="http://schemas.openxmlformats.org/drawingml/2006/main">
              <a:ext uri="{FF2B5EF4-FFF2-40B4-BE49-F238E27FC236}">
                <a16:creationId xmlns:a16="http://schemas.microsoft.com/office/drawing/2014/main" id="{DBB5097C-B65C-4E8C-9C18-DA09CC58484F}"/>
              </a:ext>
            </a:extLst>
          </p:cNvPr>
          <p:cNvSpPr>
            <a:spLocks xmlns:a="http://schemas.openxmlformats.org/drawingml/2006/main" noGrp="1"/>
          </p:cNvSpPr>
          <p:nvPr/>
        </p:nvSpPr>
        <p:spPr>
          <a:xfrm xmlns:a="http://schemas.openxmlformats.org/drawingml/2006/main" flipV="0">
            <a:off x="10344150" y="4772025"/>
            <a:ext cx="0" cy="180975"/>
          </a:xfrm>
          <a:prstGeom xmlns:a="http://schemas.openxmlformats.org/drawingml/2006/main" prst="line">
            <a:avLst/>
          </a:prstGeom>
          <a:noFill xmlns:a="http://schemas.openxmlformats.org/drawingml/2006/main"/>
          <a:ln xmlns:a="http://schemas.openxmlformats.org/drawingml/2006/main" w="14288">
            <a:solidFill>
              <a:srgbClr val="5B6472"/>
            </a:solidFill>
            <a:prstDash val="solid"/>
          </a:ln>
        </p:spPr>
      </p:sp>
      <p:sp>
        <p:nvSpPr>
          <p:cNvPr id="38" name="Revision takeaway background">
            <a:extLst xmlns:a="http://schemas.openxmlformats.org/drawingml/2006/main">
              <a:ext uri="{FF2B5EF4-FFF2-40B4-BE49-F238E27FC236}">
                <a16:creationId xmlns:a16="http://schemas.microsoft.com/office/drawing/2014/main" id="{40129B28-F20D-43A2-A2AA-EAEBE38673DB}"/>
              </a:ext>
            </a:extLst>
          </p:cNvPr>
          <p:cNvSpPr>
            <a:spLocks xmlns:a="http://schemas.openxmlformats.org/drawingml/2006/main" noGrp="1"/>
          </p:cNvSpPr>
          <p:nvPr/>
        </p:nvSpPr>
        <p:spPr>
          <a:xfrm xmlns:a="http://schemas.openxmlformats.org/drawingml/2006/main">
            <a:off x="400050" y="5724525"/>
            <a:ext cx="11391900" cy="561975"/>
          </a:xfrm>
          <a:prstGeom xmlns:a="http://schemas.openxmlformats.org/drawingml/2006/main" prst="roundRect">
            <a:avLst>
              <a:gd name="adj" fmla="val 13559"/>
            </a:avLst>
          </a:prstGeom>
          <a:solidFill xmlns:a="http://schemas.openxmlformats.org/drawingml/2006/main">
            <a:srgbClr val="111111"/>
          </a:solidFill>
          <a:ln xmlns:a="http://schemas.openxmlformats.org/drawingml/2006/main" w="0">
            <a:noFill/>
          </a:ln>
        </p:spPr>
      </p:sp>
      <p:pic>
        <p:nvPicPr>
          <p:cNvPr id="39" name="Revision equation s5_setup" descr="G\sim\mathcal N(0,1),\quad F=f(qG),\quad\mathbb EF=0"/>
          <p:cNvPicPr>
            <a:picLocks xmlns:a="http://schemas.openxmlformats.org/drawingml/2006/main" noChangeAspect="1"/>
          </p:cNvPicPr>
          <p:nvPr/>
        </p:nvPicPr>
        <p:blipFill>
          <a:blip xmlns:r="http://schemas.openxmlformats.org/officeDocument/2006/relationships" xmlns:a="http://schemas.openxmlformats.org/drawingml/2006/main" r:embed="rIdRevision2_s5_setup_png">
            <a:extLst>
              <a:ext uri="{96DAC541-7B7A-43D3-8B79-37D633B846F1}">
                <asvg:svgBlip xmlns:asvg="http://schemas.microsoft.com/office/drawing/2016/SVG/main" r:embed="rIdRevision2_s5_setup_svg"/>
              </a:ext>
            </a:extLst>
          </a:blip>
          <a:stretch xmlns:a="http://schemas.openxmlformats.org/drawingml/2006/main"/>
        </p:blipFill>
        <p:spPr>
          <a:xfrm xmlns:a="http://schemas.openxmlformats.org/drawingml/2006/main">
            <a:off x="495300" y="2026761"/>
            <a:ext cx="4346099" cy="308928"/>
          </a:xfrm>
          <a:prstGeom xmlns:a="http://schemas.openxmlformats.org/drawingml/2006/main" prst="rect">
            <a:avLst/>
          </a:prstGeom>
        </p:spPr>
      </p:pic>
      <p:pic>
        <p:nvPicPr>
          <p:cNvPr id="40" name="Revision equation s5_inner" descr="\langle U,V\rangle_2=\mathbb E[UV],\qquad\|G\|_2=1"/>
          <p:cNvPicPr>
            <a:picLocks xmlns:a="http://schemas.openxmlformats.org/drawingml/2006/main" noChangeAspect="1"/>
          </p:cNvPicPr>
          <p:nvPr/>
        </p:nvPicPr>
        <p:blipFill>
          <a:blip xmlns:r="http://schemas.openxmlformats.org/officeDocument/2006/relationships" xmlns:a="http://schemas.openxmlformats.org/drawingml/2006/main" r:embed="rIdRevision2_s5_inner_png">
            <a:extLst>
              <a:ext uri="{96DAC541-7B7A-43D3-8B79-37D633B846F1}">
                <asvg:svgBlip xmlns:asvg="http://schemas.microsoft.com/office/drawing/2016/SVG/main" r:embed="rIdRevision2_s5_inner_svg"/>
              </a:ext>
            </a:extLst>
          </a:blip>
          <a:stretch xmlns:a="http://schemas.openxmlformats.org/drawingml/2006/main"/>
        </p:blipFill>
        <p:spPr>
          <a:xfrm xmlns:a="http://schemas.openxmlformats.org/drawingml/2006/main">
            <a:off x="495300" y="2515076"/>
            <a:ext cx="3144393" cy="265748"/>
          </a:xfrm>
          <a:prstGeom xmlns:a="http://schemas.openxmlformats.org/drawingml/2006/main" prst="rect">
            <a:avLst/>
          </a:prstGeom>
        </p:spPr>
      </p:pic>
      <p:pic>
        <p:nvPicPr>
          <p:cNvPr id="41" name="Revision equation s5_coefficient" descr="a=\langle F,G\rangle_2=\mathbb E[Gf(qG)]=q\,\mathbb E[f^{\prime}(qG)]"/>
          <p:cNvPicPr>
            <a:picLocks xmlns:a="http://schemas.openxmlformats.org/drawingml/2006/main" noChangeAspect="1"/>
          </p:cNvPicPr>
          <p:nvPr/>
        </p:nvPicPr>
        <p:blipFill>
          <a:blip xmlns:r="http://schemas.openxmlformats.org/officeDocument/2006/relationships" xmlns:a="http://schemas.openxmlformats.org/drawingml/2006/main" r:embed="rIdRevision2_s5_coefficient_png">
            <a:extLst>
              <a:ext uri="{96DAC541-7B7A-43D3-8B79-37D633B846F1}">
                <asvg:svgBlip xmlns:asvg="http://schemas.microsoft.com/office/drawing/2016/SVG/main" r:embed="rIdRevision2_s5_coefficient_svg"/>
              </a:ext>
            </a:extLst>
          </a:blip>
          <a:stretch xmlns:a="http://schemas.openxmlformats.org/drawingml/2006/main"/>
        </p:blipFill>
        <p:spPr>
          <a:xfrm xmlns:a="http://schemas.openxmlformats.org/drawingml/2006/main">
            <a:off x="495300" y="3384292"/>
            <a:ext cx="4426196" cy="298966"/>
          </a:xfrm>
          <a:prstGeom xmlns:a="http://schemas.openxmlformats.org/drawingml/2006/main" prst="rect">
            <a:avLst/>
          </a:prstGeom>
        </p:spPr>
      </p:pic>
      <p:pic>
        <p:nvPicPr>
          <p:cNvPr id="42" name="Revision equation s5_decomp" descr="\color[HTML]{117DAA}F\color[HTML]{111111}=\color[HTML]{C73780}aG\color[HTML]{111111}+\color[HTML]{785DE8}R\color[HTML]{111111},\qquad\langle R,G\rangle_2=0"/>
          <p:cNvPicPr>
            <a:picLocks xmlns:a="http://schemas.openxmlformats.org/drawingml/2006/main" noChangeAspect="1"/>
          </p:cNvPicPr>
          <p:nvPr/>
        </p:nvPicPr>
        <p:blipFill>
          <a:blip xmlns:r="http://schemas.openxmlformats.org/officeDocument/2006/relationships" xmlns:a="http://schemas.openxmlformats.org/drawingml/2006/main" r:embed="rIdRevision2_s5_decomp_png">
            <a:extLst>
              <a:ext uri="{96DAC541-7B7A-43D3-8B79-37D633B846F1}">
                <asvg:svgBlip xmlns:asvg="http://schemas.microsoft.com/office/drawing/2016/SVG/main" r:embed="rIdRevision2_s5_decomp_svg"/>
              </a:ext>
            </a:extLst>
          </a:blip>
          <a:stretch xmlns:a="http://schemas.openxmlformats.org/drawingml/2006/main"/>
        </p:blipFill>
        <p:spPr>
          <a:xfrm xmlns:a="http://schemas.openxmlformats.org/drawingml/2006/main">
            <a:off x="495300" y="3940850"/>
            <a:ext cx="4228941" cy="376476"/>
          </a:xfrm>
          <a:prstGeom xmlns:a="http://schemas.openxmlformats.org/drawingml/2006/main" prst="rect">
            <a:avLst/>
          </a:prstGeom>
        </p:spPr>
      </p:pic>
      <p:pic>
        <p:nvPicPr>
          <p:cNvPr id="43" name="Revision equation s5_pythagoras" descr="\underbrace{\|F\|_2^2}_{\theta_1}=\underbrace{\|aG\|_2^2}_{\theta_2=a^2}+\underbrace{\|R\|_2^2}_{\theta_1-\theta_2}"/>
          <p:cNvPicPr>
            <a:picLocks xmlns:a="http://schemas.openxmlformats.org/drawingml/2006/main" noChangeAspect="1"/>
          </p:cNvPicPr>
          <p:nvPr/>
        </p:nvPicPr>
        <p:blipFill>
          <a:blip xmlns:r="http://schemas.openxmlformats.org/officeDocument/2006/relationships" xmlns:a="http://schemas.openxmlformats.org/drawingml/2006/main" r:embed="rIdRevision2_s5_pythagoras_png">
            <a:extLst>
              <a:ext uri="{96DAC541-7B7A-43D3-8B79-37D633B846F1}">
                <asvg:svgBlip xmlns:asvg="http://schemas.microsoft.com/office/drawing/2016/SVG/main" r:embed="rIdRevision2_s5_pythagoras_svg"/>
              </a:ext>
            </a:extLst>
          </a:blip>
          <a:stretch xmlns:a="http://schemas.openxmlformats.org/drawingml/2006/main"/>
        </p:blipFill>
        <p:spPr>
          <a:xfrm xmlns:a="http://schemas.openxmlformats.org/drawingml/2006/main">
            <a:off x="495300" y="4564444"/>
            <a:ext cx="2807716" cy="805688"/>
          </a:xfrm>
          <a:prstGeom xmlns:a="http://schemas.openxmlformats.org/drawingml/2006/main" prst="rect">
            <a:avLst/>
          </a:prstGeom>
        </p:spPr>
      </p:pic>
      <p:pic>
        <p:nvPicPr>
          <p:cNvPr id="44" name="Revision equation s5_F" descr="F=f(qG)"/>
          <p:cNvPicPr>
            <a:picLocks xmlns:a="http://schemas.openxmlformats.org/drawingml/2006/main" noChangeAspect="1"/>
          </p:cNvPicPr>
          <p:nvPr/>
        </p:nvPicPr>
        <p:blipFill>
          <a:blip xmlns:r="http://schemas.openxmlformats.org/officeDocument/2006/relationships" xmlns:a="http://schemas.openxmlformats.org/drawingml/2006/main" r:embed="rIdRevision2_s5_F_png">
            <a:extLst>
              <a:ext uri="{96DAC541-7B7A-43D3-8B79-37D633B846F1}">
                <asvg:svgBlip xmlns:asvg="http://schemas.microsoft.com/office/drawing/2016/SVG/main" r:embed="rIdRevision2_s5_F_svg"/>
              </a:ext>
            </a:extLst>
          </a:blip>
          <a:stretch xmlns:a="http://schemas.openxmlformats.org/drawingml/2006/main"/>
        </p:blipFill>
        <p:spPr>
          <a:xfrm xmlns:a="http://schemas.openxmlformats.org/drawingml/2006/main">
            <a:off x="8867775" y="3484840"/>
            <a:ext cx="1255871" cy="297894"/>
          </a:xfrm>
          <a:prstGeom xmlns:a="http://schemas.openxmlformats.org/drawingml/2006/main" prst="rect">
            <a:avLst/>
          </a:prstGeom>
        </p:spPr>
      </p:pic>
      <p:pic>
        <p:nvPicPr>
          <p:cNvPr id="45" name="Revision equation s5_aG" descr="aG"/>
          <p:cNvPicPr>
            <a:picLocks xmlns:a="http://schemas.openxmlformats.org/drawingml/2006/main" noChangeAspect="1"/>
          </p:cNvPicPr>
          <p:nvPr/>
        </p:nvPicPr>
        <p:blipFill>
          <a:blip xmlns:r="http://schemas.openxmlformats.org/officeDocument/2006/relationships" xmlns:a="http://schemas.openxmlformats.org/drawingml/2006/main" r:embed="rIdRevision2_s5_aG_png">
            <a:extLst>
              <a:ext uri="{96DAC541-7B7A-43D3-8B79-37D633B846F1}">
                <asvg:svgBlip xmlns:asvg="http://schemas.microsoft.com/office/drawing/2016/SVG/main" r:embed="rIdRevision2_s5_aG_svg"/>
              </a:ext>
            </a:extLst>
          </a:blip>
          <a:stretch xmlns:a="http://schemas.openxmlformats.org/drawingml/2006/main"/>
        </p:blipFill>
        <p:spPr>
          <a:xfrm xmlns:a="http://schemas.openxmlformats.org/drawingml/2006/main">
            <a:off x="8924925" y="5129594"/>
            <a:ext cx="393605" cy="237363"/>
          </a:xfrm>
          <a:prstGeom xmlns:a="http://schemas.openxmlformats.org/drawingml/2006/main" prst="rect">
            <a:avLst/>
          </a:prstGeom>
        </p:spPr>
      </p:pic>
      <p:pic>
        <p:nvPicPr>
          <p:cNvPr id="46" name="Revision equation s5_R" descr="R"/>
          <p:cNvPicPr>
            <a:picLocks xmlns:a="http://schemas.openxmlformats.org/drawingml/2006/main" noChangeAspect="1"/>
          </p:cNvPicPr>
          <p:nvPr/>
        </p:nvPicPr>
        <p:blipFill>
          <a:blip xmlns:r="http://schemas.openxmlformats.org/officeDocument/2006/relationships" xmlns:a="http://schemas.openxmlformats.org/drawingml/2006/main" r:embed="rIdRevision2_s5_R_png">
            <a:extLst>
              <a:ext uri="{96DAC541-7B7A-43D3-8B79-37D633B846F1}">
                <asvg:svgBlip xmlns:asvg="http://schemas.microsoft.com/office/drawing/2016/SVG/main" r:embed="rIdRevision2_s5_R_svg"/>
              </a:ext>
            </a:extLst>
          </a:blip>
          <a:stretch xmlns:a="http://schemas.openxmlformats.org/drawingml/2006/main"/>
        </p:blipFill>
        <p:spPr>
          <a:xfrm xmlns:a="http://schemas.openxmlformats.org/drawingml/2006/main">
            <a:off x="10668000" y="4080597"/>
            <a:ext cx="261263" cy="239855"/>
          </a:xfrm>
          <a:prstGeom xmlns:a="http://schemas.openxmlformats.org/drawingml/2006/main" prst="rect">
            <a:avLst/>
          </a:prstGeom>
        </p:spPr>
      </p:pic>
      <p:pic>
        <p:nvPicPr>
          <p:cNvPr id="47" name="Revision equation s5_span" descr="\operatorname{span}\{G\}"/>
          <p:cNvPicPr>
            <a:picLocks xmlns:a="http://schemas.openxmlformats.org/drawingml/2006/main" noChangeAspect="1"/>
          </p:cNvPicPr>
          <p:nvPr/>
        </p:nvPicPr>
        <p:blipFill>
          <a:blip xmlns:r="http://schemas.openxmlformats.org/officeDocument/2006/relationships" xmlns:a="http://schemas.openxmlformats.org/drawingml/2006/main" r:embed="rIdRevision2_s5_span_png">
            <a:extLst>
              <a:ext uri="{96DAC541-7B7A-43D3-8B79-37D633B846F1}">
                <asvg:svgBlip xmlns:asvg="http://schemas.microsoft.com/office/drawing/2016/SVG/main" r:embed="rIdRevision2_s5_span_svg"/>
              </a:ext>
            </a:extLst>
          </a:blip>
          <a:stretch xmlns:a="http://schemas.openxmlformats.org/drawingml/2006/main"/>
        </p:blipFill>
        <p:spPr>
          <a:xfrm xmlns:a="http://schemas.openxmlformats.org/drawingml/2006/main">
            <a:off x="10420350" y="5165348"/>
            <a:ext cx="780431" cy="232529"/>
          </a:xfrm>
          <a:prstGeom xmlns:a="http://schemas.openxmlformats.org/drawingml/2006/main" prst="rect">
            <a:avLst/>
          </a:prstGeom>
        </p:spPr>
      </p:pic>
      <p:pic>
        <p:nvPicPr>
          <p:cNvPr id="48" name="Revision equation s5_zero" descr="0"/>
          <p:cNvPicPr>
            <a:picLocks xmlns:a="http://schemas.openxmlformats.org/drawingml/2006/main" noChangeAspect="1"/>
          </p:cNvPicPr>
          <p:nvPr/>
        </p:nvPicPr>
        <p:blipFill>
          <a:blip xmlns:r="http://schemas.openxmlformats.org/officeDocument/2006/relationships" xmlns:a="http://schemas.openxmlformats.org/drawingml/2006/main" r:embed="rIdRevision2_s5_zero_png">
            <a:extLst>
              <a:ext uri="{96DAC541-7B7A-43D3-8B79-37D633B846F1}">
                <asvg:svgBlip xmlns:asvg="http://schemas.microsoft.com/office/drawing/2016/SVG/main" r:embed="rIdRevision2_s5_zero_svg"/>
              </a:ext>
            </a:extLst>
          </a:blip>
          <a:stretch xmlns:a="http://schemas.openxmlformats.org/drawingml/2006/main"/>
        </p:blipFill>
        <p:spPr>
          <a:xfrm xmlns:a="http://schemas.openxmlformats.org/drawingml/2006/main">
            <a:off x="7810500" y="5016167"/>
            <a:ext cx="139176" cy="178467"/>
          </a:xfrm>
          <a:prstGeom xmlns:a="http://schemas.openxmlformats.org/drawingml/2006/main" prst="rect">
            <a:avLst/>
          </a:prstGeom>
        </p:spPr>
      </p:pic>
      <p:pic>
        <p:nvPicPr>
          <p:cNvPr id="49" name="Revision equation s5_takeaway" descr="\text{モデルの仮定の下で、極限分布は }\theta_1,\theta_2\text{ とアスペクト比で決まる}"/>
          <p:cNvPicPr>
            <a:picLocks xmlns:a="http://schemas.openxmlformats.org/drawingml/2006/main" noChangeAspect="1"/>
          </p:cNvPicPr>
          <p:nvPr/>
        </p:nvPicPr>
        <p:blipFill>
          <a:blip xmlns:r="http://schemas.openxmlformats.org/officeDocument/2006/relationships" xmlns:a="http://schemas.openxmlformats.org/drawingml/2006/main" r:embed="rIdRevision2_s5_takeaway_png">
            <a:extLst>
              <a:ext uri="{96DAC541-7B7A-43D3-8B79-37D633B846F1}">
                <asvg:svgBlip xmlns:asvg="http://schemas.microsoft.com/office/drawing/2016/SVG/main" r:embed="rIdRevision2_s5_takeaway_svg"/>
              </a:ext>
            </a:extLst>
          </a:blip>
          <a:stretch xmlns:a="http://schemas.openxmlformats.org/drawingml/2006/main"/>
        </p:blipFill>
        <p:spPr>
          <a:xfrm xmlns:a="http://schemas.openxmlformats.org/drawingml/2006/main">
            <a:off x="2976356" y="5872166"/>
            <a:ext cx="6229763" cy="276217"/>
          </a:xfrm>
          <a:prstGeom xmlns:a="http://schemas.openxmlformats.org/drawingml/2006/main" prst="rect">
            <a:avLst/>
          </a:prstGeom>
        </p:spPr>
      </p:pic>
    </p:spTree>
    <p:extLst>
      <p:ext uri="{BB962C8B-B14F-4D97-AF65-F5344CB8AC3E}">
        <p14:creationId xmlns:p14="http://schemas.microsoft.com/office/powerpoint/2010/main" val="1316421249"/>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C3C33D3-78D2-4E39-99D3-15791DA7C99F}"/>
              </a:ext>
            </a:extLst>
          </p:cNvPr>
          <p:cNvSpPr>
            <a:spLocks xmlns:a="http://schemas.openxmlformats.org/drawingml/2006/main" noGrp="1"/>
          </p:cNvSpPr>
          <p:nvPr/>
        </p:nvSpPr>
        <p:spPr>
          <a:xfrm xmlns:a="http://schemas.openxmlformats.org/drawingml/2006/main">
            <a:off x="400050" y="57150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3150" b="1" i="0">
                <a:solidFill>
                  <a:srgbClr val="111111"/>
                </a:solidFill>
                <a:latin typeface="Noto Sans CJK JP"/>
                <a:ea typeface="Noto Sans CJK JP"/>
                <a:cs typeface="Noto Sans CJK JP"/>
              </a:defRPr>
            </a:pPr>
            <a:r>
              <a:rPr sz="3150" b="1" i="0">
                <a:solidFill>
                  <a:srgbClr val="111111"/>
                </a:solidFill>
                <a:latin typeface="Noto Sans CJK JP"/>
                <a:ea typeface="Noto Sans CJK JP"/>
                <a:cs typeface="Noto Sans CJK JP"/>
              </a:rPr>
              <a:t>自己注意：成分ごとの非線形を越えて</a:t>
            </a:r>
          </a:p>
        </p:txBody>
      </p:sp>
      <p:cxnSp>
        <p:nvCxnSpPr>
          <p:cNvPr id="73" name=""/>
          <p:cNvCxnSpPr/>
          <p:nvPr/>
        </p:nvCxnSpPr>
        <p:spPr>
          <a:xfrm xmlns:a="http://schemas.openxmlformats.org/drawingml/2006/main">
            <a:off x="400050" y="1314450"/>
            <a:ext cx="11391900" cy="0"/>
          </a:xfrm>
          <a:prstGeom xmlns:a="http://schemas.openxmlformats.org/drawingml/2006/main" prst="straightConnector1">
            <a:avLst/>
          </a:prstGeom>
          <a:ln xmlns:a="http://schemas.openxmlformats.org/drawingml/2006/main" w="9525">
            <a:solidFill>
              <a:srgbClr val="111111"/>
            </a:solidFill>
            <a:prstDash val="solid"/>
          </a:ln>
        </p:spPr>
      </p:cxnSp>
      <p:sp>
        <p:nvSpPr>
          <p:cNvPr id="4" name="">
            <a:extLst xmlns:a="http://schemas.openxmlformats.org/drawingml/2006/main">
              <a:ext uri="{FF2B5EF4-FFF2-40B4-BE49-F238E27FC236}">
                <a16:creationId xmlns:a16="http://schemas.microsoft.com/office/drawing/2014/main" id="{906559CB-F8DE-46B0-8625-819303E2FEAD}"/>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809"/>
          </a:bodyPr>
          <a:lstStyle xmlns:a="http://schemas.openxmlformats.org/drawingml/2006/main"/>
          <a:p xmlns:a="http://schemas.openxmlformats.org/drawingml/2006/main">
            <a:pPr algn="r">
              <a:defRPr sz="1050" b="1" i="0">
                <a:solidFill>
                  <a:srgbClr val="5D6470"/>
                </a:solidFill>
                <a:latin typeface="Noto Sans CJK JP"/>
                <a:ea typeface="Noto Sans CJK JP"/>
                <a:cs typeface="Noto Sans CJK JP"/>
              </a:defRPr>
            </a:pPr>
            <a:r>
              <a:rPr sz="1050" b="1" i="0">
                <a:solidFill>
                  <a:srgbClr val="5D6470"/>
                </a:solidFill>
                <a:latin typeface="Noto Sans CJK JP"/>
                <a:ea typeface="Noto Sans CJK JP"/>
                <a:cs typeface="Noto Sans CJK JP"/>
              </a:rPr>
              <a:t>06</a:t>
            </a:r>
          </a:p>
        </p:txBody>
      </p:sp>
      <p:sp>
        <p:nvSpPr>
          <p:cNvPr id="5" name="">
            <a:extLst xmlns:a="http://schemas.openxmlformats.org/drawingml/2006/main">
              <a:ext uri="{FF2B5EF4-FFF2-40B4-BE49-F238E27FC236}">
                <a16:creationId xmlns:a16="http://schemas.microsoft.com/office/drawing/2014/main" id="{55950C93-E2C0-4D38-981F-225AA7615599}"/>
              </a:ext>
            </a:extLst>
          </p:cNvPr>
          <p:cNvSpPr>
            <a:spLocks xmlns:a="http://schemas.openxmlformats.org/drawingml/2006/main" noGrp="1"/>
          </p:cNvSpPr>
          <p:nvPr/>
        </p:nvSpPr>
        <p:spPr>
          <a:xfrm xmlns:a="http://schemas.openxmlformats.org/drawingml/2006/main">
            <a:off x="400050" y="1609725"/>
            <a:ext cx="11391900" cy="914400"/>
          </a:xfrm>
          <a:prstGeom xmlns:a="http://schemas.openxmlformats.org/drawingml/2006/main" prst="roundRect">
            <a:avLst>
              <a:gd name="adj" fmla="val 8333"/>
            </a:avLst>
          </a:prstGeom>
          <a:solidFill xmlns:a="http://schemas.openxmlformats.org/drawingml/2006/main">
            <a:srgbClr val="111111"/>
          </a:solidFill>
          <a:ln xmlns:a="http://schemas.openxmlformats.org/drawingml/2006/main" w="0">
            <a:solidFill>
              <a:srgbClr val="111111"/>
            </a:solidFill>
            <a:prstDash val="solid"/>
          </a:ln>
        </p:spPr>
      </p:sp>
      <p:sp>
        <p:nvSpPr>
          <p:cNvPr id="8" name="">
            <a:extLst xmlns:a="http://schemas.openxmlformats.org/drawingml/2006/main">
              <a:ext uri="{FF2B5EF4-FFF2-40B4-BE49-F238E27FC236}">
                <a16:creationId xmlns:a16="http://schemas.microsoft.com/office/drawing/2014/main" id="{8E9F6FEA-4488-4372-8BDC-1ED9426FE457}"/>
              </a:ext>
            </a:extLst>
          </p:cNvPr>
          <p:cNvSpPr>
            <a:spLocks xmlns:a="http://schemas.openxmlformats.org/drawingml/2006/main" noGrp="1"/>
          </p:cNvSpPr>
          <p:nvPr/>
        </p:nvSpPr>
        <p:spPr>
          <a:xfrm xmlns:a="http://schemas.openxmlformats.org/drawingml/2006/main">
            <a:off x="742950" y="2895600"/>
            <a:ext cx="31623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C9CDD3"/>
            </a:solidFill>
            <a:prstDash val="solid"/>
          </a:ln>
        </p:spPr>
      </p:sp>
      <p:sp>
        <p:nvSpPr>
          <p:cNvPr id="9" name="">
            <a:extLst xmlns:a="http://schemas.openxmlformats.org/drawingml/2006/main">
              <a:ext uri="{FF2B5EF4-FFF2-40B4-BE49-F238E27FC236}">
                <a16:creationId xmlns:a16="http://schemas.microsoft.com/office/drawing/2014/main" id="{5563D5DA-2A8D-424C-A003-C8F7655634A4}"/>
              </a:ext>
            </a:extLst>
          </p:cNvPr>
          <p:cNvSpPr>
            <a:spLocks xmlns:a="http://schemas.openxmlformats.org/drawingml/2006/main" noGrp="1"/>
          </p:cNvSpPr>
          <p:nvPr/>
        </p:nvSpPr>
        <p:spPr>
          <a:xfrm xmlns:a="http://schemas.openxmlformats.org/drawingml/2006/main">
            <a:off x="933450" y="30575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0952"/>
          </a:bodyPr>
          <a:lstStyle xmlns:a="http://schemas.openxmlformats.org/drawingml/2006/main"/>
          <a:p xmlns:a="http://schemas.openxmlformats.org/drawingml/2006/main">
            <a:pPr algn="ctr">
              <a:defRPr sz="1575" b="1" i="0">
                <a:solidFill>
                  <a:srgbClr val="111111"/>
                </a:solidFill>
                <a:latin typeface="Noto Sans CJK JP"/>
                <a:ea typeface="Noto Sans CJK JP"/>
                <a:cs typeface="Noto Sans CJK JP"/>
              </a:defRPr>
            </a:pPr>
            <a:r>
              <a:rPr sz="1575" b="1" i="0">
                <a:solidFill>
                  <a:srgbClr val="111111"/>
                </a:solidFill>
                <a:latin typeface="Noto Sans CJK JP"/>
                <a:ea typeface="Noto Sans CJK JP"/>
                <a:cs typeface="Noto Sans CJK JP"/>
              </a:rPr>
              <a:t>score matrix  S</a:t>
            </a:r>
          </a:p>
        </p:txBody>
      </p:sp>
      <p:sp>
        <p:nvSpPr>
          <p:cNvPr id="10" name="">
            <a:extLst xmlns:a="http://schemas.openxmlformats.org/drawingml/2006/main">
              <a:ext uri="{FF2B5EF4-FFF2-40B4-BE49-F238E27FC236}">
                <a16:creationId xmlns:a16="http://schemas.microsoft.com/office/drawing/2014/main" id="{52EE06D3-02C2-41C0-AE0C-5D78605CCDCB}"/>
              </a:ext>
            </a:extLst>
          </p:cNvPr>
          <p:cNvSpPr>
            <a:spLocks xmlns:a="http://schemas.openxmlformats.org/drawingml/2006/main" noGrp="1"/>
          </p:cNvSpPr>
          <p:nvPr/>
        </p:nvSpPr>
        <p:spPr>
          <a:xfrm xmlns:a="http://schemas.openxmlformats.org/drawingml/2006/main">
            <a:off x="1438275" y="3476625"/>
            <a:ext cx="285750" cy="285750"/>
          </a:xfrm>
          <a:prstGeom xmlns:a="http://schemas.openxmlformats.org/drawingml/2006/main" prst="rect">
            <a:avLst/>
          </a:prstGeom>
          <a:solidFill xmlns:a="http://schemas.openxmlformats.org/drawingml/2006/main">
            <a:srgbClr val="D9EFF9"/>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A1DC6E5F-190D-4512-9A1B-0427E7DED5FA}"/>
              </a:ext>
            </a:extLst>
          </p:cNvPr>
          <p:cNvSpPr>
            <a:spLocks xmlns:a="http://schemas.openxmlformats.org/drawingml/2006/main" noGrp="1"/>
          </p:cNvSpPr>
          <p:nvPr/>
        </p:nvSpPr>
        <p:spPr>
          <a:xfrm xmlns:a="http://schemas.openxmlformats.org/drawingml/2006/main">
            <a:off x="1762125" y="3476625"/>
            <a:ext cx="285750" cy="285750"/>
          </a:xfrm>
          <a:prstGeom xmlns:a="http://schemas.openxmlformats.org/drawingml/2006/main" prst="rect">
            <a:avLst/>
          </a:prstGeom>
          <a:solidFill xmlns:a="http://schemas.openxmlformats.org/drawingml/2006/main">
            <a:srgbClr val="67BDE3"/>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7EB217E8-C683-4349-933A-3B222C006CAA}"/>
              </a:ext>
            </a:extLst>
          </p:cNvPr>
          <p:cNvSpPr>
            <a:spLocks xmlns:a="http://schemas.openxmlformats.org/drawingml/2006/main" noGrp="1"/>
          </p:cNvSpPr>
          <p:nvPr/>
        </p:nvSpPr>
        <p:spPr>
          <a:xfrm xmlns:a="http://schemas.openxmlformats.org/drawingml/2006/main">
            <a:off x="2085975" y="3476625"/>
            <a:ext cx="285750" cy="285750"/>
          </a:xfrm>
          <a:prstGeom xmlns:a="http://schemas.openxmlformats.org/drawingml/2006/main" prst="rect">
            <a:avLst/>
          </a:prstGeom>
          <a:solidFill xmlns:a="http://schemas.openxmlformats.org/drawingml/2006/main">
            <a:srgbClr val="A8DAF0"/>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894DF47B-8896-47C8-A40D-46E420689B15}"/>
              </a:ext>
            </a:extLst>
          </p:cNvPr>
          <p:cNvSpPr>
            <a:spLocks xmlns:a="http://schemas.openxmlformats.org/drawingml/2006/main" noGrp="1"/>
          </p:cNvSpPr>
          <p:nvPr/>
        </p:nvSpPr>
        <p:spPr>
          <a:xfrm xmlns:a="http://schemas.openxmlformats.org/drawingml/2006/main">
            <a:off x="2409825" y="3476625"/>
            <a:ext cx="285750" cy="285750"/>
          </a:xfrm>
          <a:prstGeom xmlns:a="http://schemas.openxmlformats.org/drawingml/2006/main" prst="rect">
            <a:avLst/>
          </a:prstGeom>
          <a:solidFill xmlns:a="http://schemas.openxmlformats.org/drawingml/2006/main">
            <a:srgbClr val="A8DAF0"/>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FAAB746A-13EB-47E6-9599-EAF22F8F1381}"/>
              </a:ext>
            </a:extLst>
          </p:cNvPr>
          <p:cNvSpPr>
            <a:spLocks xmlns:a="http://schemas.openxmlformats.org/drawingml/2006/main" noGrp="1"/>
          </p:cNvSpPr>
          <p:nvPr/>
        </p:nvSpPr>
        <p:spPr>
          <a:xfrm xmlns:a="http://schemas.openxmlformats.org/drawingml/2006/main">
            <a:off x="2733675" y="3476625"/>
            <a:ext cx="285750" cy="285750"/>
          </a:xfrm>
          <a:prstGeom xmlns:a="http://schemas.openxmlformats.org/drawingml/2006/main" prst="rect">
            <a:avLst/>
          </a:prstGeom>
          <a:solidFill xmlns:a="http://schemas.openxmlformats.org/drawingml/2006/main">
            <a:srgbClr val="F2F8FB"/>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2739FF51-27D7-4B94-96D1-CAC0D2FAA59A}"/>
              </a:ext>
            </a:extLst>
          </p:cNvPr>
          <p:cNvSpPr>
            <a:spLocks xmlns:a="http://schemas.openxmlformats.org/drawingml/2006/main" noGrp="1"/>
          </p:cNvSpPr>
          <p:nvPr/>
        </p:nvSpPr>
        <p:spPr>
          <a:xfrm xmlns:a="http://schemas.openxmlformats.org/drawingml/2006/main">
            <a:off x="1438275" y="3800475"/>
            <a:ext cx="285750" cy="285750"/>
          </a:xfrm>
          <a:prstGeom xmlns:a="http://schemas.openxmlformats.org/drawingml/2006/main" prst="rect">
            <a:avLst/>
          </a:prstGeom>
          <a:solidFill xmlns:a="http://schemas.openxmlformats.org/drawingml/2006/main">
            <a:srgbClr val="67BDE3"/>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E21228DD-04BF-4ACD-8CF8-A05337AC448F}"/>
              </a:ext>
            </a:extLst>
          </p:cNvPr>
          <p:cNvSpPr>
            <a:spLocks xmlns:a="http://schemas.openxmlformats.org/drawingml/2006/main" noGrp="1"/>
          </p:cNvSpPr>
          <p:nvPr/>
        </p:nvSpPr>
        <p:spPr>
          <a:xfrm xmlns:a="http://schemas.openxmlformats.org/drawingml/2006/main">
            <a:off x="1762125" y="3800475"/>
            <a:ext cx="285750" cy="285750"/>
          </a:xfrm>
          <a:prstGeom xmlns:a="http://schemas.openxmlformats.org/drawingml/2006/main" prst="rect">
            <a:avLst/>
          </a:prstGeom>
          <a:solidFill xmlns:a="http://schemas.openxmlformats.org/drawingml/2006/main">
            <a:srgbClr val="D9EFF9"/>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A9D6B10C-C9B3-4102-AD8A-09A687736F37}"/>
              </a:ext>
            </a:extLst>
          </p:cNvPr>
          <p:cNvSpPr>
            <a:spLocks xmlns:a="http://schemas.openxmlformats.org/drawingml/2006/main" noGrp="1"/>
          </p:cNvSpPr>
          <p:nvPr/>
        </p:nvSpPr>
        <p:spPr>
          <a:xfrm xmlns:a="http://schemas.openxmlformats.org/drawingml/2006/main">
            <a:off x="2085975" y="3800475"/>
            <a:ext cx="285750" cy="285750"/>
          </a:xfrm>
          <a:prstGeom xmlns:a="http://schemas.openxmlformats.org/drawingml/2006/main" prst="rect">
            <a:avLst/>
          </a:prstGeom>
          <a:solidFill xmlns:a="http://schemas.openxmlformats.org/drawingml/2006/main">
            <a:srgbClr val="A8DAF0"/>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B78FAA79-43E2-4898-9AE5-289C07277D1A}"/>
              </a:ext>
            </a:extLst>
          </p:cNvPr>
          <p:cNvSpPr>
            <a:spLocks xmlns:a="http://schemas.openxmlformats.org/drawingml/2006/main" noGrp="1"/>
          </p:cNvSpPr>
          <p:nvPr/>
        </p:nvSpPr>
        <p:spPr>
          <a:xfrm xmlns:a="http://schemas.openxmlformats.org/drawingml/2006/main">
            <a:off x="2409825" y="3800475"/>
            <a:ext cx="285750" cy="285750"/>
          </a:xfrm>
          <a:prstGeom xmlns:a="http://schemas.openxmlformats.org/drawingml/2006/main" prst="rect">
            <a:avLst/>
          </a:prstGeom>
          <a:solidFill xmlns:a="http://schemas.openxmlformats.org/drawingml/2006/main">
            <a:srgbClr val="F2F8FB"/>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A4C72E2D-B8D2-428E-9767-D71EFC5025C8}"/>
              </a:ext>
            </a:extLst>
          </p:cNvPr>
          <p:cNvSpPr>
            <a:spLocks xmlns:a="http://schemas.openxmlformats.org/drawingml/2006/main" noGrp="1"/>
          </p:cNvSpPr>
          <p:nvPr/>
        </p:nvSpPr>
        <p:spPr>
          <a:xfrm xmlns:a="http://schemas.openxmlformats.org/drawingml/2006/main">
            <a:off x="2733675" y="3800475"/>
            <a:ext cx="285750" cy="285750"/>
          </a:xfrm>
          <a:prstGeom xmlns:a="http://schemas.openxmlformats.org/drawingml/2006/main" prst="rect">
            <a:avLst/>
          </a:prstGeom>
          <a:solidFill xmlns:a="http://schemas.openxmlformats.org/drawingml/2006/main">
            <a:srgbClr val="247EA8"/>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C355CC4C-0E6F-4E8A-B824-67B863AA2563}"/>
              </a:ext>
            </a:extLst>
          </p:cNvPr>
          <p:cNvSpPr>
            <a:spLocks xmlns:a="http://schemas.openxmlformats.org/drawingml/2006/main" noGrp="1"/>
          </p:cNvSpPr>
          <p:nvPr/>
        </p:nvSpPr>
        <p:spPr>
          <a:xfrm xmlns:a="http://schemas.openxmlformats.org/drawingml/2006/main">
            <a:off x="1438275" y="4124325"/>
            <a:ext cx="285750" cy="285750"/>
          </a:xfrm>
          <a:prstGeom xmlns:a="http://schemas.openxmlformats.org/drawingml/2006/main" prst="rect">
            <a:avLst/>
          </a:prstGeom>
          <a:solidFill xmlns:a="http://schemas.openxmlformats.org/drawingml/2006/main">
            <a:srgbClr val="F2F8FB"/>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C1292084-4CD2-4F38-A444-B78A4E38E156}"/>
              </a:ext>
            </a:extLst>
          </p:cNvPr>
          <p:cNvSpPr>
            <a:spLocks xmlns:a="http://schemas.openxmlformats.org/drawingml/2006/main" noGrp="1"/>
          </p:cNvSpPr>
          <p:nvPr/>
        </p:nvSpPr>
        <p:spPr>
          <a:xfrm xmlns:a="http://schemas.openxmlformats.org/drawingml/2006/main">
            <a:off x="1762125" y="4124325"/>
            <a:ext cx="285750" cy="285750"/>
          </a:xfrm>
          <a:prstGeom xmlns:a="http://schemas.openxmlformats.org/drawingml/2006/main" prst="rect">
            <a:avLst/>
          </a:prstGeom>
          <a:solidFill xmlns:a="http://schemas.openxmlformats.org/drawingml/2006/main">
            <a:srgbClr val="A8DAF0"/>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8EBB7AD4-F346-41AC-B5CF-36AFE9E1AE55}"/>
              </a:ext>
            </a:extLst>
          </p:cNvPr>
          <p:cNvSpPr>
            <a:spLocks xmlns:a="http://schemas.openxmlformats.org/drawingml/2006/main" noGrp="1"/>
          </p:cNvSpPr>
          <p:nvPr/>
        </p:nvSpPr>
        <p:spPr>
          <a:xfrm xmlns:a="http://schemas.openxmlformats.org/drawingml/2006/main">
            <a:off x="2085975" y="4124325"/>
            <a:ext cx="285750" cy="285750"/>
          </a:xfrm>
          <a:prstGeom xmlns:a="http://schemas.openxmlformats.org/drawingml/2006/main" prst="rect">
            <a:avLst/>
          </a:prstGeom>
          <a:solidFill xmlns:a="http://schemas.openxmlformats.org/drawingml/2006/main">
            <a:srgbClr val="247EA8"/>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7D492F26-ABA8-48A2-8CAC-DED0CEAA4342}"/>
              </a:ext>
            </a:extLst>
          </p:cNvPr>
          <p:cNvSpPr>
            <a:spLocks xmlns:a="http://schemas.openxmlformats.org/drawingml/2006/main" noGrp="1"/>
          </p:cNvSpPr>
          <p:nvPr/>
        </p:nvSpPr>
        <p:spPr>
          <a:xfrm xmlns:a="http://schemas.openxmlformats.org/drawingml/2006/main">
            <a:off x="2409825" y="4124325"/>
            <a:ext cx="285750" cy="285750"/>
          </a:xfrm>
          <a:prstGeom xmlns:a="http://schemas.openxmlformats.org/drawingml/2006/main" prst="rect">
            <a:avLst/>
          </a:prstGeom>
          <a:solidFill xmlns:a="http://schemas.openxmlformats.org/drawingml/2006/main">
            <a:srgbClr val="A8DAF0"/>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AD686EA4-F372-4E2C-9BF7-8F41006C39E2}"/>
              </a:ext>
            </a:extLst>
          </p:cNvPr>
          <p:cNvSpPr>
            <a:spLocks xmlns:a="http://schemas.openxmlformats.org/drawingml/2006/main" noGrp="1"/>
          </p:cNvSpPr>
          <p:nvPr/>
        </p:nvSpPr>
        <p:spPr>
          <a:xfrm xmlns:a="http://schemas.openxmlformats.org/drawingml/2006/main">
            <a:off x="2733675" y="4124325"/>
            <a:ext cx="285750" cy="285750"/>
          </a:xfrm>
          <a:prstGeom xmlns:a="http://schemas.openxmlformats.org/drawingml/2006/main" prst="rect">
            <a:avLst/>
          </a:prstGeom>
          <a:solidFill xmlns:a="http://schemas.openxmlformats.org/drawingml/2006/main">
            <a:srgbClr val="D9EFF9"/>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E6216DCC-24CE-4F6A-AB65-30D2446E676D}"/>
              </a:ext>
            </a:extLst>
          </p:cNvPr>
          <p:cNvSpPr>
            <a:spLocks xmlns:a="http://schemas.openxmlformats.org/drawingml/2006/main" noGrp="1"/>
          </p:cNvSpPr>
          <p:nvPr/>
        </p:nvSpPr>
        <p:spPr>
          <a:xfrm xmlns:a="http://schemas.openxmlformats.org/drawingml/2006/main">
            <a:off x="1438275" y="4448175"/>
            <a:ext cx="285750" cy="285750"/>
          </a:xfrm>
          <a:prstGeom xmlns:a="http://schemas.openxmlformats.org/drawingml/2006/main" prst="rect">
            <a:avLst/>
          </a:prstGeom>
          <a:solidFill xmlns:a="http://schemas.openxmlformats.org/drawingml/2006/main">
            <a:srgbClr val="A8DAF0"/>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EC3A005E-5D3B-4F20-AD5E-217AA43DF5AD}"/>
              </a:ext>
            </a:extLst>
          </p:cNvPr>
          <p:cNvSpPr>
            <a:spLocks xmlns:a="http://schemas.openxmlformats.org/drawingml/2006/main" noGrp="1"/>
          </p:cNvSpPr>
          <p:nvPr/>
        </p:nvSpPr>
        <p:spPr>
          <a:xfrm xmlns:a="http://schemas.openxmlformats.org/drawingml/2006/main">
            <a:off x="1762125" y="4448175"/>
            <a:ext cx="285750" cy="285750"/>
          </a:xfrm>
          <a:prstGeom xmlns:a="http://schemas.openxmlformats.org/drawingml/2006/main" prst="rect">
            <a:avLst/>
          </a:prstGeom>
          <a:solidFill xmlns:a="http://schemas.openxmlformats.org/drawingml/2006/main">
            <a:srgbClr val="D9EFF9"/>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EFF91F9B-011F-410F-BFEE-167645F6AE84}"/>
              </a:ext>
            </a:extLst>
          </p:cNvPr>
          <p:cNvSpPr>
            <a:spLocks xmlns:a="http://schemas.openxmlformats.org/drawingml/2006/main" noGrp="1"/>
          </p:cNvSpPr>
          <p:nvPr/>
        </p:nvSpPr>
        <p:spPr>
          <a:xfrm xmlns:a="http://schemas.openxmlformats.org/drawingml/2006/main">
            <a:off x="2085975" y="4448175"/>
            <a:ext cx="285750" cy="285750"/>
          </a:xfrm>
          <a:prstGeom xmlns:a="http://schemas.openxmlformats.org/drawingml/2006/main" prst="rect">
            <a:avLst/>
          </a:prstGeom>
          <a:solidFill xmlns:a="http://schemas.openxmlformats.org/drawingml/2006/main">
            <a:srgbClr val="67BDE3"/>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E0B1F22F-87EB-4087-8662-A68E0FEB926C}"/>
              </a:ext>
            </a:extLst>
          </p:cNvPr>
          <p:cNvSpPr>
            <a:spLocks xmlns:a="http://schemas.openxmlformats.org/drawingml/2006/main" noGrp="1"/>
          </p:cNvSpPr>
          <p:nvPr/>
        </p:nvSpPr>
        <p:spPr>
          <a:xfrm xmlns:a="http://schemas.openxmlformats.org/drawingml/2006/main">
            <a:off x="2409825" y="4448175"/>
            <a:ext cx="285750" cy="285750"/>
          </a:xfrm>
          <a:prstGeom xmlns:a="http://schemas.openxmlformats.org/drawingml/2006/main" prst="rect">
            <a:avLst/>
          </a:prstGeom>
          <a:solidFill xmlns:a="http://schemas.openxmlformats.org/drawingml/2006/main">
            <a:srgbClr val="67BDE3"/>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CE6BEE36-72AE-4C09-AC3A-68EA501A36C2}"/>
              </a:ext>
            </a:extLst>
          </p:cNvPr>
          <p:cNvSpPr>
            <a:spLocks xmlns:a="http://schemas.openxmlformats.org/drawingml/2006/main" noGrp="1"/>
          </p:cNvSpPr>
          <p:nvPr/>
        </p:nvSpPr>
        <p:spPr>
          <a:xfrm xmlns:a="http://schemas.openxmlformats.org/drawingml/2006/main">
            <a:off x="2733675" y="4448175"/>
            <a:ext cx="285750" cy="285750"/>
          </a:xfrm>
          <a:prstGeom xmlns:a="http://schemas.openxmlformats.org/drawingml/2006/main" prst="rect">
            <a:avLst/>
          </a:prstGeom>
          <a:solidFill xmlns:a="http://schemas.openxmlformats.org/drawingml/2006/main">
            <a:srgbClr val="A8DAF0"/>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96EA6728-CE95-4A5D-9EDF-21DFE6E77D78}"/>
              </a:ext>
            </a:extLst>
          </p:cNvPr>
          <p:cNvSpPr>
            <a:spLocks xmlns:a="http://schemas.openxmlformats.org/drawingml/2006/main" noGrp="1"/>
          </p:cNvSpPr>
          <p:nvPr/>
        </p:nvSpPr>
        <p:spPr>
          <a:xfrm xmlns:a="http://schemas.openxmlformats.org/drawingml/2006/main">
            <a:off x="1438275" y="4772025"/>
            <a:ext cx="285750" cy="285750"/>
          </a:xfrm>
          <a:prstGeom xmlns:a="http://schemas.openxmlformats.org/drawingml/2006/main" prst="rect">
            <a:avLst/>
          </a:prstGeom>
          <a:solidFill xmlns:a="http://schemas.openxmlformats.org/drawingml/2006/main">
            <a:srgbClr val="247EA8"/>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4D828E87-DA15-481F-888C-217466FE4E62}"/>
              </a:ext>
            </a:extLst>
          </p:cNvPr>
          <p:cNvSpPr>
            <a:spLocks xmlns:a="http://schemas.openxmlformats.org/drawingml/2006/main" noGrp="1"/>
          </p:cNvSpPr>
          <p:nvPr/>
        </p:nvSpPr>
        <p:spPr>
          <a:xfrm xmlns:a="http://schemas.openxmlformats.org/drawingml/2006/main">
            <a:off x="1762125" y="4772025"/>
            <a:ext cx="285750" cy="285750"/>
          </a:xfrm>
          <a:prstGeom xmlns:a="http://schemas.openxmlformats.org/drawingml/2006/main" prst="rect">
            <a:avLst/>
          </a:prstGeom>
          <a:solidFill xmlns:a="http://schemas.openxmlformats.org/drawingml/2006/main">
            <a:srgbClr val="A8DAF0"/>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9523E77D-989A-4854-B3ED-273B4771DC34}"/>
              </a:ext>
            </a:extLst>
          </p:cNvPr>
          <p:cNvSpPr>
            <a:spLocks xmlns:a="http://schemas.openxmlformats.org/drawingml/2006/main" noGrp="1"/>
          </p:cNvSpPr>
          <p:nvPr/>
        </p:nvSpPr>
        <p:spPr>
          <a:xfrm xmlns:a="http://schemas.openxmlformats.org/drawingml/2006/main">
            <a:off x="2085975" y="4772025"/>
            <a:ext cx="285750" cy="285750"/>
          </a:xfrm>
          <a:prstGeom xmlns:a="http://schemas.openxmlformats.org/drawingml/2006/main" prst="rect">
            <a:avLst/>
          </a:prstGeom>
          <a:solidFill xmlns:a="http://schemas.openxmlformats.org/drawingml/2006/main">
            <a:srgbClr val="D9EFF9"/>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B69A1FF1-C2C8-466C-A694-9D6DDCEC1CFB}"/>
              </a:ext>
            </a:extLst>
          </p:cNvPr>
          <p:cNvSpPr>
            <a:spLocks xmlns:a="http://schemas.openxmlformats.org/drawingml/2006/main" noGrp="1"/>
          </p:cNvSpPr>
          <p:nvPr/>
        </p:nvSpPr>
        <p:spPr>
          <a:xfrm xmlns:a="http://schemas.openxmlformats.org/drawingml/2006/main">
            <a:off x="2409825" y="4772025"/>
            <a:ext cx="285750" cy="285750"/>
          </a:xfrm>
          <a:prstGeom xmlns:a="http://schemas.openxmlformats.org/drawingml/2006/main" prst="rect">
            <a:avLst/>
          </a:prstGeom>
          <a:solidFill xmlns:a="http://schemas.openxmlformats.org/drawingml/2006/main">
            <a:srgbClr val="A8DAF0"/>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F826405C-BA92-490D-953F-C7A93CF5C76F}"/>
              </a:ext>
            </a:extLst>
          </p:cNvPr>
          <p:cNvSpPr>
            <a:spLocks xmlns:a="http://schemas.openxmlformats.org/drawingml/2006/main" noGrp="1"/>
          </p:cNvSpPr>
          <p:nvPr/>
        </p:nvSpPr>
        <p:spPr>
          <a:xfrm xmlns:a="http://schemas.openxmlformats.org/drawingml/2006/main">
            <a:off x="2733675" y="4772025"/>
            <a:ext cx="285750" cy="285750"/>
          </a:xfrm>
          <a:prstGeom xmlns:a="http://schemas.openxmlformats.org/drawingml/2006/main" prst="rect">
            <a:avLst/>
          </a:prstGeom>
          <a:solidFill xmlns:a="http://schemas.openxmlformats.org/drawingml/2006/main">
            <a:srgbClr val="67BDE3"/>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30F30592-F89B-4F90-9F6F-073841D4B46F}"/>
              </a:ext>
            </a:extLst>
          </p:cNvPr>
          <p:cNvSpPr>
            <a:spLocks xmlns:a="http://schemas.openxmlformats.org/drawingml/2006/main" noGrp="1"/>
          </p:cNvSpPr>
          <p:nvPr/>
        </p:nvSpPr>
        <p:spPr>
          <a:xfrm xmlns:a="http://schemas.openxmlformats.org/drawingml/2006/main">
            <a:off x="4171950" y="3476625"/>
            <a:ext cx="1752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8611"/>
          </a:bodyPr>
          <a:lstStyle xmlns:a="http://schemas.openxmlformats.org/drawingml/2006/main"/>
          <a:p xmlns:a="http://schemas.openxmlformats.org/drawingml/2006/main">
            <a:pPr algn="ctr">
              <a:defRPr sz="1800" b="1" i="0">
                <a:solidFill>
                  <a:srgbClr val="7A62D3"/>
                </a:solidFill>
                <a:latin typeface="Noto Sans CJK JP"/>
                <a:ea typeface="Noto Sans CJK JP"/>
                <a:cs typeface="Noto Sans CJK JP"/>
              </a:defRPr>
            </a:pPr>
            <a:r>
              <a:rPr sz="1800" b="1" i="0">
                <a:solidFill>
                  <a:srgbClr val="7A62D3"/>
                </a:solidFill>
                <a:latin typeface="Noto Sans CJK JP"/>
                <a:ea typeface="Noto Sans CJK JP"/>
                <a:cs typeface="Noto Sans CJK JP"/>
              </a:rPr>
              <a:t>row-softmax</a:t>
            </a:r>
          </a:p>
        </p:txBody>
      </p:sp>
      <p:sp>
        <p:nvSpPr>
          <p:cNvPr id="36" name="">
            <a:extLst xmlns:a="http://schemas.openxmlformats.org/drawingml/2006/main">
              <a:ext uri="{FF2B5EF4-FFF2-40B4-BE49-F238E27FC236}">
                <a16:creationId xmlns:a16="http://schemas.microsoft.com/office/drawing/2014/main" id="{C91D9266-844F-4739-A374-5DD3A2C3F20A}"/>
              </a:ext>
            </a:extLst>
          </p:cNvPr>
          <p:cNvSpPr>
            <a:spLocks xmlns:a="http://schemas.openxmlformats.org/drawingml/2006/main" noGrp="1"/>
          </p:cNvSpPr>
          <p:nvPr/>
        </p:nvSpPr>
        <p:spPr>
          <a:xfrm xmlns:a="http://schemas.openxmlformats.org/drawingml/2006/main">
            <a:off x="4457700" y="3876675"/>
            <a:ext cx="1181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210"/>
          </a:bodyPr>
          <a:lstStyle xmlns:a="http://schemas.openxmlformats.org/drawingml/2006/main"/>
          <a:p xmlns:a="http://schemas.openxmlformats.org/drawingml/2006/main">
            <a:pPr algn="ctr">
              <a:defRPr sz="4050" b="1" i="0">
                <a:solidFill>
                  <a:srgbClr val="7A62D3"/>
                </a:solidFill>
                <a:latin typeface="Noto Sans CJK JP"/>
                <a:ea typeface="Noto Sans CJK JP"/>
                <a:cs typeface="Noto Sans CJK JP"/>
              </a:defRPr>
            </a:pPr>
            <a:r>
              <a:rPr sz="4050" b="1" i="0">
                <a:solidFill>
                  <a:srgbClr val="7A62D3"/>
                </a:solidFill>
                <a:latin typeface="Noto Sans CJK JP"/>
                <a:ea typeface="Noto Sans CJK JP"/>
                <a:cs typeface="Noto Sans CJK JP"/>
              </a:rPr>
              <a:t>→</a:t>
            </a:r>
          </a:p>
        </p:txBody>
      </p:sp>
      <p:sp>
        <p:nvSpPr>
          <p:cNvPr id="37" name="">
            <a:extLst xmlns:a="http://schemas.openxmlformats.org/drawingml/2006/main">
              <a:ext uri="{FF2B5EF4-FFF2-40B4-BE49-F238E27FC236}">
                <a16:creationId xmlns:a16="http://schemas.microsoft.com/office/drawing/2014/main" id="{021129B1-490D-4C4F-BE38-F8F01F6B941E}"/>
              </a:ext>
            </a:extLst>
          </p:cNvPr>
          <p:cNvSpPr>
            <a:spLocks xmlns:a="http://schemas.openxmlformats.org/drawingml/2006/main" noGrp="1"/>
          </p:cNvSpPr>
          <p:nvPr/>
        </p:nvSpPr>
        <p:spPr>
          <a:xfrm xmlns:a="http://schemas.openxmlformats.org/drawingml/2006/main">
            <a:off x="4171950" y="447675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i="0">
                <a:solidFill>
                  <a:srgbClr val="5D6470"/>
                </a:solidFill>
                <a:latin typeface="Noto Sans CJK JP"/>
                <a:ea typeface="Noto Sans CJK JP"/>
                <a:cs typeface="Noto Sans CJK JP"/>
              </a:defRPr>
            </a:pPr>
            <a:r>
              <a:rPr sz="1350" b="0" i="0">
                <a:solidFill>
                  <a:srgbClr val="5D6470"/>
                </a:solidFill>
                <a:latin typeface="Noto Sans CJK JP"/>
                <a:ea typeface="Noto Sans CJK JP"/>
                <a:cs typeface="Noto Sans CJK JP"/>
              </a:rPr>
              <a:t>行ごとに正規化</a:t>
            </a:r>
          </a:p>
        </p:txBody>
      </p:sp>
      <p:sp>
        <p:nvSpPr>
          <p:cNvPr id="38" name="">
            <a:extLst xmlns:a="http://schemas.openxmlformats.org/drawingml/2006/main">
              <a:ext uri="{FF2B5EF4-FFF2-40B4-BE49-F238E27FC236}">
                <a16:creationId xmlns:a16="http://schemas.microsoft.com/office/drawing/2014/main" id="{2EC5567D-2340-42CD-A5B6-1B5DB31C9AE2}"/>
              </a:ext>
            </a:extLst>
          </p:cNvPr>
          <p:cNvSpPr>
            <a:spLocks xmlns:a="http://schemas.openxmlformats.org/drawingml/2006/main" noGrp="1"/>
          </p:cNvSpPr>
          <p:nvPr/>
        </p:nvSpPr>
        <p:spPr>
          <a:xfrm xmlns:a="http://schemas.openxmlformats.org/drawingml/2006/main">
            <a:off x="6172200" y="2895600"/>
            <a:ext cx="31623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C9CDD3"/>
            </a:solidFill>
            <a:prstDash val="solid"/>
          </a:ln>
        </p:spPr>
      </p:sp>
      <p:sp>
        <p:nvSpPr>
          <p:cNvPr id="39" name="">
            <a:extLst xmlns:a="http://schemas.openxmlformats.org/drawingml/2006/main">
              <a:ext uri="{FF2B5EF4-FFF2-40B4-BE49-F238E27FC236}">
                <a16:creationId xmlns:a16="http://schemas.microsoft.com/office/drawing/2014/main" id="{4C5DD33D-6F80-4126-AB4F-266AE054AE5D}"/>
              </a:ext>
            </a:extLst>
          </p:cNvPr>
          <p:cNvSpPr>
            <a:spLocks xmlns:a="http://schemas.openxmlformats.org/drawingml/2006/main" noGrp="1"/>
          </p:cNvSpPr>
          <p:nvPr/>
        </p:nvSpPr>
        <p:spPr>
          <a:xfrm xmlns:a="http://schemas.openxmlformats.org/drawingml/2006/main">
            <a:off x="6362700" y="30575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0952"/>
          </a:bodyPr>
          <a:lstStyle xmlns:a="http://schemas.openxmlformats.org/drawingml/2006/main"/>
          <a:p xmlns:a="http://schemas.openxmlformats.org/drawingml/2006/main">
            <a:pPr algn="ctr">
              <a:defRPr sz="1575" b="1" i="0">
                <a:solidFill>
                  <a:srgbClr val="111111"/>
                </a:solidFill>
                <a:latin typeface="Noto Sans CJK JP"/>
                <a:ea typeface="Noto Sans CJK JP"/>
                <a:cs typeface="Noto Sans CJK JP"/>
              </a:defRPr>
            </a:pPr>
            <a:r>
              <a:rPr sz="1575" b="1" i="0">
                <a:solidFill>
                  <a:srgbClr val="111111"/>
                </a:solidFill>
                <a:latin typeface="Noto Sans CJK JP"/>
                <a:ea typeface="Noto Sans CJK JP"/>
                <a:cs typeface="Noto Sans CJK JP"/>
              </a:rPr>
              <a:t>attention matrix  A</a:t>
            </a:r>
          </a:p>
        </p:txBody>
      </p:sp>
      <p:sp>
        <p:nvSpPr>
          <p:cNvPr id="40" name="">
            <a:extLst xmlns:a="http://schemas.openxmlformats.org/drawingml/2006/main">
              <a:ext uri="{FF2B5EF4-FFF2-40B4-BE49-F238E27FC236}">
                <a16:creationId xmlns:a16="http://schemas.microsoft.com/office/drawing/2014/main" id="{64BC11D4-0209-4CA9-B750-3D8F62ECC4FE}"/>
              </a:ext>
            </a:extLst>
          </p:cNvPr>
          <p:cNvSpPr>
            <a:spLocks xmlns:a="http://schemas.openxmlformats.org/drawingml/2006/main" noGrp="1"/>
          </p:cNvSpPr>
          <p:nvPr/>
        </p:nvSpPr>
        <p:spPr>
          <a:xfrm xmlns:a="http://schemas.openxmlformats.org/drawingml/2006/main">
            <a:off x="6867525" y="3476625"/>
            <a:ext cx="285750" cy="285750"/>
          </a:xfrm>
          <a:prstGeom xmlns:a="http://schemas.openxmlformats.org/drawingml/2006/main" prst="rect">
            <a:avLst/>
          </a:prstGeom>
          <a:solidFill xmlns:a="http://schemas.openxmlformats.org/drawingml/2006/main">
            <a:srgbClr val="F2F8FB"/>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9B8B4309-79CE-470C-9B3B-DB24EDFD3AA6}"/>
              </a:ext>
            </a:extLst>
          </p:cNvPr>
          <p:cNvSpPr>
            <a:spLocks xmlns:a="http://schemas.openxmlformats.org/drawingml/2006/main" noGrp="1"/>
          </p:cNvSpPr>
          <p:nvPr/>
        </p:nvSpPr>
        <p:spPr>
          <a:xfrm xmlns:a="http://schemas.openxmlformats.org/drawingml/2006/main">
            <a:off x="7191375" y="3476625"/>
            <a:ext cx="285750" cy="285750"/>
          </a:xfrm>
          <a:prstGeom xmlns:a="http://schemas.openxmlformats.org/drawingml/2006/main" prst="rect">
            <a:avLst/>
          </a:prstGeom>
          <a:solidFill xmlns:a="http://schemas.openxmlformats.org/drawingml/2006/main">
            <a:srgbClr val="67BDE3"/>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EB38E5D9-0941-41D6-BDD4-34D08DFF272D}"/>
              </a:ext>
            </a:extLst>
          </p:cNvPr>
          <p:cNvSpPr>
            <a:spLocks xmlns:a="http://schemas.openxmlformats.org/drawingml/2006/main" noGrp="1"/>
          </p:cNvSpPr>
          <p:nvPr/>
        </p:nvSpPr>
        <p:spPr>
          <a:xfrm xmlns:a="http://schemas.openxmlformats.org/drawingml/2006/main">
            <a:off x="7515225" y="3476625"/>
            <a:ext cx="285750" cy="285750"/>
          </a:xfrm>
          <a:prstGeom xmlns:a="http://schemas.openxmlformats.org/drawingml/2006/main" prst="rect">
            <a:avLst/>
          </a:prstGeom>
          <a:solidFill xmlns:a="http://schemas.openxmlformats.org/drawingml/2006/main">
            <a:srgbClr val="F2F8FB"/>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A3475B56-497C-4A70-9DE2-12E30F928535}"/>
              </a:ext>
            </a:extLst>
          </p:cNvPr>
          <p:cNvSpPr>
            <a:spLocks xmlns:a="http://schemas.openxmlformats.org/drawingml/2006/main" noGrp="1"/>
          </p:cNvSpPr>
          <p:nvPr/>
        </p:nvSpPr>
        <p:spPr>
          <a:xfrm xmlns:a="http://schemas.openxmlformats.org/drawingml/2006/main">
            <a:off x="7839075" y="3476625"/>
            <a:ext cx="285750" cy="285750"/>
          </a:xfrm>
          <a:prstGeom xmlns:a="http://schemas.openxmlformats.org/drawingml/2006/main" prst="rect">
            <a:avLst/>
          </a:prstGeom>
          <a:solidFill xmlns:a="http://schemas.openxmlformats.org/drawingml/2006/main">
            <a:srgbClr val="D9EFF9"/>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8EB52D7E-8AB7-45C4-A1E2-1FC22CEC8602}"/>
              </a:ext>
            </a:extLst>
          </p:cNvPr>
          <p:cNvSpPr>
            <a:spLocks xmlns:a="http://schemas.openxmlformats.org/drawingml/2006/main" noGrp="1"/>
          </p:cNvSpPr>
          <p:nvPr/>
        </p:nvSpPr>
        <p:spPr>
          <a:xfrm xmlns:a="http://schemas.openxmlformats.org/drawingml/2006/main">
            <a:off x="8162925" y="3476625"/>
            <a:ext cx="285750" cy="285750"/>
          </a:xfrm>
          <a:prstGeom xmlns:a="http://schemas.openxmlformats.org/drawingml/2006/main" prst="rect">
            <a:avLst/>
          </a:prstGeom>
          <a:solidFill xmlns:a="http://schemas.openxmlformats.org/drawingml/2006/main">
            <a:srgbClr val="F2F8FB"/>
          </a:solidFill>
          <a:ln xmlns:a="http://schemas.openxmlformats.org/drawingml/2006/main" w="9525">
            <a:solidFill>
              <a:srgbClr val="FFFFFF"/>
            </a:solidFill>
            <a:prstDash val="solid"/>
          </a:ln>
        </p:spPr>
      </p:sp>
      <p:sp>
        <p:nvSpPr>
          <p:cNvPr id="45" name="">
            <a:extLst xmlns:a="http://schemas.openxmlformats.org/drawingml/2006/main">
              <a:ext uri="{FF2B5EF4-FFF2-40B4-BE49-F238E27FC236}">
                <a16:creationId xmlns:a16="http://schemas.microsoft.com/office/drawing/2014/main" id="{0AD25D68-A821-49A9-A737-6C46BAA69C80}"/>
              </a:ext>
            </a:extLst>
          </p:cNvPr>
          <p:cNvSpPr>
            <a:spLocks xmlns:a="http://schemas.openxmlformats.org/drawingml/2006/main" noGrp="1"/>
          </p:cNvSpPr>
          <p:nvPr/>
        </p:nvSpPr>
        <p:spPr>
          <a:xfrm xmlns:a="http://schemas.openxmlformats.org/drawingml/2006/main">
            <a:off x="6867525" y="3800475"/>
            <a:ext cx="285750" cy="285750"/>
          </a:xfrm>
          <a:prstGeom xmlns:a="http://schemas.openxmlformats.org/drawingml/2006/main" prst="rect">
            <a:avLst/>
          </a:prstGeom>
          <a:solidFill xmlns:a="http://schemas.openxmlformats.org/drawingml/2006/main">
            <a:srgbClr val="D9EFF9"/>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86D2DEA2-6C03-4941-B0E4-80ED16D9A754}"/>
              </a:ext>
            </a:extLst>
          </p:cNvPr>
          <p:cNvSpPr>
            <a:spLocks xmlns:a="http://schemas.openxmlformats.org/drawingml/2006/main" noGrp="1"/>
          </p:cNvSpPr>
          <p:nvPr/>
        </p:nvSpPr>
        <p:spPr>
          <a:xfrm xmlns:a="http://schemas.openxmlformats.org/drawingml/2006/main">
            <a:off x="7191375" y="3800475"/>
            <a:ext cx="285750" cy="285750"/>
          </a:xfrm>
          <a:prstGeom xmlns:a="http://schemas.openxmlformats.org/drawingml/2006/main" prst="rect">
            <a:avLst/>
          </a:prstGeom>
          <a:solidFill xmlns:a="http://schemas.openxmlformats.org/drawingml/2006/main">
            <a:srgbClr val="F2F8FB"/>
          </a:solidFill>
          <a:ln xmlns:a="http://schemas.openxmlformats.org/drawingml/2006/main" w="9525">
            <a:solidFill>
              <a:srgbClr val="FFFFFF"/>
            </a:solidFill>
            <a:prstDash val="solid"/>
          </a:ln>
        </p:spPr>
      </p:sp>
      <p:sp>
        <p:nvSpPr>
          <p:cNvPr id="47" name="">
            <a:extLst xmlns:a="http://schemas.openxmlformats.org/drawingml/2006/main">
              <a:ext uri="{FF2B5EF4-FFF2-40B4-BE49-F238E27FC236}">
                <a16:creationId xmlns:a16="http://schemas.microsoft.com/office/drawing/2014/main" id="{1A6EE24B-FFED-4CA0-8DB9-0605BD575D3F}"/>
              </a:ext>
            </a:extLst>
          </p:cNvPr>
          <p:cNvSpPr>
            <a:spLocks xmlns:a="http://schemas.openxmlformats.org/drawingml/2006/main" noGrp="1"/>
          </p:cNvSpPr>
          <p:nvPr/>
        </p:nvSpPr>
        <p:spPr>
          <a:xfrm xmlns:a="http://schemas.openxmlformats.org/drawingml/2006/main">
            <a:off x="7515225" y="3800475"/>
            <a:ext cx="285750" cy="285750"/>
          </a:xfrm>
          <a:prstGeom xmlns:a="http://schemas.openxmlformats.org/drawingml/2006/main" prst="rect">
            <a:avLst/>
          </a:prstGeom>
          <a:solidFill xmlns:a="http://schemas.openxmlformats.org/drawingml/2006/main">
            <a:srgbClr val="D9EFF9"/>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79BC0A14-6D8B-465B-87B5-663A09756389}"/>
              </a:ext>
            </a:extLst>
          </p:cNvPr>
          <p:cNvSpPr>
            <a:spLocks xmlns:a="http://schemas.openxmlformats.org/drawingml/2006/main" noGrp="1"/>
          </p:cNvSpPr>
          <p:nvPr/>
        </p:nvSpPr>
        <p:spPr>
          <a:xfrm xmlns:a="http://schemas.openxmlformats.org/drawingml/2006/main">
            <a:off x="7839075" y="3800475"/>
            <a:ext cx="285750" cy="285750"/>
          </a:xfrm>
          <a:prstGeom xmlns:a="http://schemas.openxmlformats.org/drawingml/2006/main" prst="rect">
            <a:avLst/>
          </a:prstGeom>
          <a:solidFill xmlns:a="http://schemas.openxmlformats.org/drawingml/2006/main">
            <a:srgbClr val="F2F8FB"/>
          </a:solidFill>
          <a:ln xmlns:a="http://schemas.openxmlformats.org/drawingml/2006/main" w="9525">
            <a:solidFill>
              <a:srgbClr val="FFFFFF"/>
            </a:solidFill>
            <a:prstDash val="solid"/>
          </a:ln>
        </p:spPr>
      </p:sp>
      <p:sp>
        <p:nvSpPr>
          <p:cNvPr id="49" name="">
            <a:extLst xmlns:a="http://schemas.openxmlformats.org/drawingml/2006/main">
              <a:ext uri="{FF2B5EF4-FFF2-40B4-BE49-F238E27FC236}">
                <a16:creationId xmlns:a16="http://schemas.microsoft.com/office/drawing/2014/main" id="{2ABDE684-23ED-4CE2-B866-31F92DA2E082}"/>
              </a:ext>
            </a:extLst>
          </p:cNvPr>
          <p:cNvSpPr>
            <a:spLocks xmlns:a="http://schemas.openxmlformats.org/drawingml/2006/main" noGrp="1"/>
          </p:cNvSpPr>
          <p:nvPr/>
        </p:nvSpPr>
        <p:spPr>
          <a:xfrm xmlns:a="http://schemas.openxmlformats.org/drawingml/2006/main">
            <a:off x="8162925" y="3800475"/>
            <a:ext cx="285750" cy="285750"/>
          </a:xfrm>
          <a:prstGeom xmlns:a="http://schemas.openxmlformats.org/drawingml/2006/main" prst="rect">
            <a:avLst/>
          </a:prstGeom>
          <a:solidFill xmlns:a="http://schemas.openxmlformats.org/drawingml/2006/main">
            <a:srgbClr val="A8DAF0"/>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6A195D14-CFF7-4AFE-9666-8647698761FC}"/>
              </a:ext>
            </a:extLst>
          </p:cNvPr>
          <p:cNvSpPr>
            <a:spLocks xmlns:a="http://schemas.openxmlformats.org/drawingml/2006/main" noGrp="1"/>
          </p:cNvSpPr>
          <p:nvPr/>
        </p:nvSpPr>
        <p:spPr>
          <a:xfrm xmlns:a="http://schemas.openxmlformats.org/drawingml/2006/main">
            <a:off x="6867525" y="4124325"/>
            <a:ext cx="285750" cy="285750"/>
          </a:xfrm>
          <a:prstGeom xmlns:a="http://schemas.openxmlformats.org/drawingml/2006/main" prst="rect">
            <a:avLst/>
          </a:prstGeom>
          <a:solidFill xmlns:a="http://schemas.openxmlformats.org/drawingml/2006/main">
            <a:srgbClr val="F2F8FB"/>
          </a:solidFill>
          <a:ln xmlns:a="http://schemas.openxmlformats.org/drawingml/2006/main" w="9525">
            <a:solidFill>
              <a:srgbClr val="FFFFFF"/>
            </a:solidFill>
            <a:prstDash val="solid"/>
          </a:ln>
        </p:spPr>
      </p:sp>
      <p:sp>
        <p:nvSpPr>
          <p:cNvPr id="51" name="">
            <a:extLst xmlns:a="http://schemas.openxmlformats.org/drawingml/2006/main">
              <a:ext uri="{FF2B5EF4-FFF2-40B4-BE49-F238E27FC236}">
                <a16:creationId xmlns:a16="http://schemas.microsoft.com/office/drawing/2014/main" id="{8F5B2863-755A-49CB-8976-72CF15024C18}"/>
              </a:ext>
            </a:extLst>
          </p:cNvPr>
          <p:cNvSpPr>
            <a:spLocks xmlns:a="http://schemas.openxmlformats.org/drawingml/2006/main" noGrp="1"/>
          </p:cNvSpPr>
          <p:nvPr/>
        </p:nvSpPr>
        <p:spPr>
          <a:xfrm xmlns:a="http://schemas.openxmlformats.org/drawingml/2006/main">
            <a:off x="7191375" y="4124325"/>
            <a:ext cx="285750" cy="285750"/>
          </a:xfrm>
          <a:prstGeom xmlns:a="http://schemas.openxmlformats.org/drawingml/2006/main" prst="rect">
            <a:avLst/>
          </a:prstGeom>
          <a:solidFill xmlns:a="http://schemas.openxmlformats.org/drawingml/2006/main">
            <a:srgbClr val="D9EFF9"/>
          </a:solidFill>
          <a:ln xmlns:a="http://schemas.openxmlformats.org/drawingml/2006/main" w="9525">
            <a:solidFill>
              <a:srgbClr val="FFFFFF"/>
            </a:solidFill>
            <a:prstDash val="solid"/>
          </a:ln>
        </p:spPr>
      </p:sp>
      <p:sp>
        <p:nvSpPr>
          <p:cNvPr id="52" name="">
            <a:extLst xmlns:a="http://schemas.openxmlformats.org/drawingml/2006/main">
              <a:ext uri="{FF2B5EF4-FFF2-40B4-BE49-F238E27FC236}">
                <a16:creationId xmlns:a16="http://schemas.microsoft.com/office/drawing/2014/main" id="{429225A4-3020-4525-9F52-6760F26CC1BD}"/>
              </a:ext>
            </a:extLst>
          </p:cNvPr>
          <p:cNvSpPr>
            <a:spLocks xmlns:a="http://schemas.openxmlformats.org/drawingml/2006/main" noGrp="1"/>
          </p:cNvSpPr>
          <p:nvPr/>
        </p:nvSpPr>
        <p:spPr>
          <a:xfrm xmlns:a="http://schemas.openxmlformats.org/drawingml/2006/main">
            <a:off x="7515225" y="4124325"/>
            <a:ext cx="285750" cy="285750"/>
          </a:xfrm>
          <a:prstGeom xmlns:a="http://schemas.openxmlformats.org/drawingml/2006/main" prst="rect">
            <a:avLst/>
          </a:prstGeom>
          <a:solidFill xmlns:a="http://schemas.openxmlformats.org/drawingml/2006/main">
            <a:srgbClr val="A8DAF0"/>
          </a:solidFill>
          <a:ln xmlns:a="http://schemas.openxmlformats.org/drawingml/2006/main" w="9525">
            <a:solidFill>
              <a:srgbClr val="FFFFFF"/>
            </a:solidFill>
            <a:prstDash val="solid"/>
          </a:ln>
        </p:spPr>
      </p:sp>
      <p:sp>
        <p:nvSpPr>
          <p:cNvPr id="53" name="">
            <a:extLst xmlns:a="http://schemas.openxmlformats.org/drawingml/2006/main">
              <a:ext uri="{FF2B5EF4-FFF2-40B4-BE49-F238E27FC236}">
                <a16:creationId xmlns:a16="http://schemas.microsoft.com/office/drawing/2014/main" id="{3051137E-A6AC-4CD6-9BFE-7402BA3E5D2D}"/>
              </a:ext>
            </a:extLst>
          </p:cNvPr>
          <p:cNvSpPr>
            <a:spLocks xmlns:a="http://schemas.openxmlformats.org/drawingml/2006/main" noGrp="1"/>
          </p:cNvSpPr>
          <p:nvPr/>
        </p:nvSpPr>
        <p:spPr>
          <a:xfrm xmlns:a="http://schemas.openxmlformats.org/drawingml/2006/main">
            <a:off x="7839075" y="4124325"/>
            <a:ext cx="285750" cy="285750"/>
          </a:xfrm>
          <a:prstGeom xmlns:a="http://schemas.openxmlformats.org/drawingml/2006/main" prst="rect">
            <a:avLst/>
          </a:prstGeom>
          <a:solidFill xmlns:a="http://schemas.openxmlformats.org/drawingml/2006/main">
            <a:srgbClr val="D9EFF9"/>
          </a:solidFill>
          <a:ln xmlns:a="http://schemas.openxmlformats.org/drawingml/2006/main" w="9525">
            <a:solidFill>
              <a:srgbClr val="FFFFFF"/>
            </a:solidFill>
            <a:prstDash val="solid"/>
          </a:ln>
        </p:spPr>
      </p:sp>
      <p:sp>
        <p:nvSpPr>
          <p:cNvPr id="54" name="">
            <a:extLst xmlns:a="http://schemas.openxmlformats.org/drawingml/2006/main">
              <a:ext uri="{FF2B5EF4-FFF2-40B4-BE49-F238E27FC236}">
                <a16:creationId xmlns:a16="http://schemas.microsoft.com/office/drawing/2014/main" id="{4D217CED-FE17-44E2-8D88-F4E1BF61F117}"/>
              </a:ext>
            </a:extLst>
          </p:cNvPr>
          <p:cNvSpPr>
            <a:spLocks xmlns:a="http://schemas.openxmlformats.org/drawingml/2006/main" noGrp="1"/>
          </p:cNvSpPr>
          <p:nvPr/>
        </p:nvSpPr>
        <p:spPr>
          <a:xfrm xmlns:a="http://schemas.openxmlformats.org/drawingml/2006/main">
            <a:off x="8162925" y="4124325"/>
            <a:ext cx="285750" cy="285750"/>
          </a:xfrm>
          <a:prstGeom xmlns:a="http://schemas.openxmlformats.org/drawingml/2006/main" prst="rect">
            <a:avLst/>
          </a:prstGeom>
          <a:solidFill xmlns:a="http://schemas.openxmlformats.org/drawingml/2006/main">
            <a:srgbClr val="F2F8FB"/>
          </a:solidFill>
          <a:ln xmlns:a="http://schemas.openxmlformats.org/drawingml/2006/main" w="9525">
            <a:solidFill>
              <a:srgbClr val="FFFFFF"/>
            </a:solidFill>
            <a:prstDash val="solid"/>
          </a:ln>
        </p:spPr>
      </p:sp>
      <p:sp>
        <p:nvSpPr>
          <p:cNvPr id="55" name="">
            <a:extLst xmlns:a="http://schemas.openxmlformats.org/drawingml/2006/main">
              <a:ext uri="{FF2B5EF4-FFF2-40B4-BE49-F238E27FC236}">
                <a16:creationId xmlns:a16="http://schemas.microsoft.com/office/drawing/2014/main" id="{C5353BEB-740F-41E4-A43A-4B2BDA21B9A6}"/>
              </a:ext>
            </a:extLst>
          </p:cNvPr>
          <p:cNvSpPr>
            <a:spLocks xmlns:a="http://schemas.openxmlformats.org/drawingml/2006/main" noGrp="1"/>
          </p:cNvSpPr>
          <p:nvPr/>
        </p:nvSpPr>
        <p:spPr>
          <a:xfrm xmlns:a="http://schemas.openxmlformats.org/drawingml/2006/main">
            <a:off x="6867525" y="4448175"/>
            <a:ext cx="285750" cy="285750"/>
          </a:xfrm>
          <a:prstGeom xmlns:a="http://schemas.openxmlformats.org/drawingml/2006/main" prst="rect">
            <a:avLst/>
          </a:prstGeom>
          <a:solidFill xmlns:a="http://schemas.openxmlformats.org/drawingml/2006/main">
            <a:srgbClr val="D9EFF9"/>
          </a:solidFill>
          <a:ln xmlns:a="http://schemas.openxmlformats.org/drawingml/2006/main" w="9525">
            <a:solidFill>
              <a:srgbClr val="FFFFFF"/>
            </a:solidFill>
            <a:prstDash val="solid"/>
          </a:ln>
        </p:spPr>
      </p:sp>
      <p:sp>
        <p:nvSpPr>
          <p:cNvPr id="56" name="">
            <a:extLst xmlns:a="http://schemas.openxmlformats.org/drawingml/2006/main">
              <a:ext uri="{FF2B5EF4-FFF2-40B4-BE49-F238E27FC236}">
                <a16:creationId xmlns:a16="http://schemas.microsoft.com/office/drawing/2014/main" id="{B4C6F8C6-C410-46E8-8BD0-D6985E64F84D}"/>
              </a:ext>
            </a:extLst>
          </p:cNvPr>
          <p:cNvSpPr>
            <a:spLocks xmlns:a="http://schemas.openxmlformats.org/drawingml/2006/main" noGrp="1"/>
          </p:cNvSpPr>
          <p:nvPr/>
        </p:nvSpPr>
        <p:spPr>
          <a:xfrm xmlns:a="http://schemas.openxmlformats.org/drawingml/2006/main">
            <a:off x="7191375" y="4448175"/>
            <a:ext cx="285750" cy="285750"/>
          </a:xfrm>
          <a:prstGeom xmlns:a="http://schemas.openxmlformats.org/drawingml/2006/main" prst="rect">
            <a:avLst/>
          </a:prstGeom>
          <a:solidFill xmlns:a="http://schemas.openxmlformats.org/drawingml/2006/main">
            <a:srgbClr val="F2F8FB"/>
          </a:solidFill>
          <a:ln xmlns:a="http://schemas.openxmlformats.org/drawingml/2006/main" w="9525">
            <a:solidFill>
              <a:srgbClr val="FFFFFF"/>
            </a:solidFill>
            <a:prstDash val="solid"/>
          </a:ln>
        </p:spPr>
      </p:sp>
      <p:sp>
        <p:nvSpPr>
          <p:cNvPr id="57" name="">
            <a:extLst xmlns:a="http://schemas.openxmlformats.org/drawingml/2006/main">
              <a:ext uri="{FF2B5EF4-FFF2-40B4-BE49-F238E27FC236}">
                <a16:creationId xmlns:a16="http://schemas.microsoft.com/office/drawing/2014/main" id="{E96FA385-AB7A-4ABA-936D-B5A9088138F0}"/>
              </a:ext>
            </a:extLst>
          </p:cNvPr>
          <p:cNvSpPr>
            <a:spLocks xmlns:a="http://schemas.openxmlformats.org/drawingml/2006/main" noGrp="1"/>
          </p:cNvSpPr>
          <p:nvPr/>
        </p:nvSpPr>
        <p:spPr>
          <a:xfrm xmlns:a="http://schemas.openxmlformats.org/drawingml/2006/main">
            <a:off x="7515225" y="4448175"/>
            <a:ext cx="285750" cy="285750"/>
          </a:xfrm>
          <a:prstGeom xmlns:a="http://schemas.openxmlformats.org/drawingml/2006/main" prst="rect">
            <a:avLst/>
          </a:prstGeom>
          <a:solidFill xmlns:a="http://schemas.openxmlformats.org/drawingml/2006/main">
            <a:srgbClr val="D9EFF9"/>
          </a:solidFill>
          <a:ln xmlns:a="http://schemas.openxmlformats.org/drawingml/2006/main" w="9525">
            <a:solidFill>
              <a:srgbClr val="FFFFFF"/>
            </a:solidFill>
            <a:prstDash val="solid"/>
          </a:ln>
        </p:spPr>
      </p:sp>
      <p:sp>
        <p:nvSpPr>
          <p:cNvPr id="58" name="">
            <a:extLst xmlns:a="http://schemas.openxmlformats.org/drawingml/2006/main">
              <a:ext uri="{FF2B5EF4-FFF2-40B4-BE49-F238E27FC236}">
                <a16:creationId xmlns:a16="http://schemas.microsoft.com/office/drawing/2014/main" id="{11E511BF-88C0-4DCC-90A2-9BBEA647E018}"/>
              </a:ext>
            </a:extLst>
          </p:cNvPr>
          <p:cNvSpPr>
            <a:spLocks xmlns:a="http://schemas.openxmlformats.org/drawingml/2006/main" noGrp="1"/>
          </p:cNvSpPr>
          <p:nvPr/>
        </p:nvSpPr>
        <p:spPr>
          <a:xfrm xmlns:a="http://schemas.openxmlformats.org/drawingml/2006/main">
            <a:off x="7839075" y="4448175"/>
            <a:ext cx="285750" cy="285750"/>
          </a:xfrm>
          <a:prstGeom xmlns:a="http://schemas.openxmlformats.org/drawingml/2006/main" prst="rect">
            <a:avLst/>
          </a:prstGeom>
          <a:solidFill xmlns:a="http://schemas.openxmlformats.org/drawingml/2006/main">
            <a:srgbClr val="A8DAF0"/>
          </a:solidFill>
          <a:ln xmlns:a="http://schemas.openxmlformats.org/drawingml/2006/main" w="9525">
            <a:solidFill>
              <a:srgbClr val="FFFFFF"/>
            </a:solidFill>
            <a:prstDash val="solid"/>
          </a:ln>
        </p:spPr>
      </p:sp>
      <p:sp>
        <p:nvSpPr>
          <p:cNvPr id="59" name="">
            <a:extLst xmlns:a="http://schemas.openxmlformats.org/drawingml/2006/main">
              <a:ext uri="{FF2B5EF4-FFF2-40B4-BE49-F238E27FC236}">
                <a16:creationId xmlns:a16="http://schemas.microsoft.com/office/drawing/2014/main" id="{D2E9B8E2-B88F-4FC0-9330-F28A310231BD}"/>
              </a:ext>
            </a:extLst>
          </p:cNvPr>
          <p:cNvSpPr>
            <a:spLocks xmlns:a="http://schemas.openxmlformats.org/drawingml/2006/main" noGrp="1"/>
          </p:cNvSpPr>
          <p:nvPr/>
        </p:nvSpPr>
        <p:spPr>
          <a:xfrm xmlns:a="http://schemas.openxmlformats.org/drawingml/2006/main">
            <a:off x="8162925" y="4448175"/>
            <a:ext cx="285750" cy="285750"/>
          </a:xfrm>
          <a:prstGeom xmlns:a="http://schemas.openxmlformats.org/drawingml/2006/main" prst="rect">
            <a:avLst/>
          </a:prstGeom>
          <a:solidFill xmlns:a="http://schemas.openxmlformats.org/drawingml/2006/main">
            <a:srgbClr val="F2F8FB"/>
          </a:solidFill>
          <a:ln xmlns:a="http://schemas.openxmlformats.org/drawingml/2006/main" w="9525">
            <a:solidFill>
              <a:srgbClr val="FFFFFF"/>
            </a:solidFill>
            <a:prstDash val="solid"/>
          </a:ln>
        </p:spPr>
      </p:sp>
      <p:sp>
        <p:nvSpPr>
          <p:cNvPr id="60" name="">
            <a:extLst xmlns:a="http://schemas.openxmlformats.org/drawingml/2006/main">
              <a:ext uri="{FF2B5EF4-FFF2-40B4-BE49-F238E27FC236}">
                <a16:creationId xmlns:a16="http://schemas.microsoft.com/office/drawing/2014/main" id="{D3E78521-AE59-46B7-85A1-2CDFDB5CA3FF}"/>
              </a:ext>
            </a:extLst>
          </p:cNvPr>
          <p:cNvSpPr>
            <a:spLocks xmlns:a="http://schemas.openxmlformats.org/drawingml/2006/main" noGrp="1"/>
          </p:cNvSpPr>
          <p:nvPr/>
        </p:nvSpPr>
        <p:spPr>
          <a:xfrm xmlns:a="http://schemas.openxmlformats.org/drawingml/2006/main">
            <a:off x="6867525" y="4772025"/>
            <a:ext cx="285750" cy="285750"/>
          </a:xfrm>
          <a:prstGeom xmlns:a="http://schemas.openxmlformats.org/drawingml/2006/main" prst="rect">
            <a:avLst/>
          </a:prstGeom>
          <a:solidFill xmlns:a="http://schemas.openxmlformats.org/drawingml/2006/main">
            <a:srgbClr val="A8DAF0"/>
          </a:solidFill>
          <a:ln xmlns:a="http://schemas.openxmlformats.org/drawingml/2006/main" w="9525">
            <a:solidFill>
              <a:srgbClr val="FFFFFF"/>
            </a:solidFill>
            <a:prstDash val="solid"/>
          </a:ln>
        </p:spPr>
      </p:sp>
      <p:sp>
        <p:nvSpPr>
          <p:cNvPr id="61" name="">
            <a:extLst xmlns:a="http://schemas.openxmlformats.org/drawingml/2006/main">
              <a:ext uri="{FF2B5EF4-FFF2-40B4-BE49-F238E27FC236}">
                <a16:creationId xmlns:a16="http://schemas.microsoft.com/office/drawing/2014/main" id="{A79046AB-6C58-4AAE-892E-1D77A23E38D4}"/>
              </a:ext>
            </a:extLst>
          </p:cNvPr>
          <p:cNvSpPr>
            <a:spLocks xmlns:a="http://schemas.openxmlformats.org/drawingml/2006/main" noGrp="1"/>
          </p:cNvSpPr>
          <p:nvPr/>
        </p:nvSpPr>
        <p:spPr>
          <a:xfrm xmlns:a="http://schemas.openxmlformats.org/drawingml/2006/main">
            <a:off x="7191375" y="4772025"/>
            <a:ext cx="285750" cy="285750"/>
          </a:xfrm>
          <a:prstGeom xmlns:a="http://schemas.openxmlformats.org/drawingml/2006/main" prst="rect">
            <a:avLst/>
          </a:prstGeom>
          <a:solidFill xmlns:a="http://schemas.openxmlformats.org/drawingml/2006/main">
            <a:srgbClr val="F2F8FB"/>
          </a:solidFill>
          <a:ln xmlns:a="http://schemas.openxmlformats.org/drawingml/2006/main" w="9525">
            <a:solidFill>
              <a:srgbClr val="FFFFFF"/>
            </a:solidFill>
            <a:prstDash val="solid"/>
          </a:ln>
        </p:spPr>
      </p:sp>
      <p:sp>
        <p:nvSpPr>
          <p:cNvPr id="62" name="">
            <a:extLst xmlns:a="http://schemas.openxmlformats.org/drawingml/2006/main">
              <a:ext uri="{FF2B5EF4-FFF2-40B4-BE49-F238E27FC236}">
                <a16:creationId xmlns:a16="http://schemas.microsoft.com/office/drawing/2014/main" id="{9F91D1C8-F121-4F57-9EE2-41CBF3AFEE64}"/>
              </a:ext>
            </a:extLst>
          </p:cNvPr>
          <p:cNvSpPr>
            <a:spLocks xmlns:a="http://schemas.openxmlformats.org/drawingml/2006/main" noGrp="1"/>
          </p:cNvSpPr>
          <p:nvPr/>
        </p:nvSpPr>
        <p:spPr>
          <a:xfrm xmlns:a="http://schemas.openxmlformats.org/drawingml/2006/main">
            <a:off x="7515225" y="4772025"/>
            <a:ext cx="285750" cy="285750"/>
          </a:xfrm>
          <a:prstGeom xmlns:a="http://schemas.openxmlformats.org/drawingml/2006/main" prst="rect">
            <a:avLst/>
          </a:prstGeom>
          <a:solidFill xmlns:a="http://schemas.openxmlformats.org/drawingml/2006/main">
            <a:srgbClr val="F2F8FB"/>
          </a:solidFill>
          <a:ln xmlns:a="http://schemas.openxmlformats.org/drawingml/2006/main" w="9525">
            <a:solidFill>
              <a:srgbClr val="FFFFFF"/>
            </a:solidFill>
            <a:prstDash val="solid"/>
          </a:ln>
        </p:spPr>
      </p:sp>
      <p:sp>
        <p:nvSpPr>
          <p:cNvPr id="63" name="">
            <a:extLst xmlns:a="http://schemas.openxmlformats.org/drawingml/2006/main">
              <a:ext uri="{FF2B5EF4-FFF2-40B4-BE49-F238E27FC236}">
                <a16:creationId xmlns:a16="http://schemas.microsoft.com/office/drawing/2014/main" id="{79819BA9-4FC3-4F1A-8FC4-E19F7BD93519}"/>
              </a:ext>
            </a:extLst>
          </p:cNvPr>
          <p:cNvSpPr>
            <a:spLocks xmlns:a="http://schemas.openxmlformats.org/drawingml/2006/main" noGrp="1"/>
          </p:cNvSpPr>
          <p:nvPr/>
        </p:nvSpPr>
        <p:spPr>
          <a:xfrm xmlns:a="http://schemas.openxmlformats.org/drawingml/2006/main">
            <a:off x="7839075" y="4772025"/>
            <a:ext cx="285750" cy="285750"/>
          </a:xfrm>
          <a:prstGeom xmlns:a="http://schemas.openxmlformats.org/drawingml/2006/main" prst="rect">
            <a:avLst/>
          </a:prstGeom>
          <a:solidFill xmlns:a="http://schemas.openxmlformats.org/drawingml/2006/main">
            <a:srgbClr val="D9EFF9"/>
          </a:solidFill>
          <a:ln xmlns:a="http://schemas.openxmlformats.org/drawingml/2006/main" w="9525">
            <a:solidFill>
              <a:srgbClr val="FFFFFF"/>
            </a:solidFill>
            <a:prstDash val="solid"/>
          </a:ln>
        </p:spPr>
      </p:sp>
      <p:sp>
        <p:nvSpPr>
          <p:cNvPr id="64" name="">
            <a:extLst xmlns:a="http://schemas.openxmlformats.org/drawingml/2006/main">
              <a:ext uri="{FF2B5EF4-FFF2-40B4-BE49-F238E27FC236}">
                <a16:creationId xmlns:a16="http://schemas.microsoft.com/office/drawing/2014/main" id="{3DB103DD-CA44-48B7-9066-CCCC2E652435}"/>
              </a:ext>
            </a:extLst>
          </p:cNvPr>
          <p:cNvSpPr>
            <a:spLocks xmlns:a="http://schemas.openxmlformats.org/drawingml/2006/main" noGrp="1"/>
          </p:cNvSpPr>
          <p:nvPr/>
        </p:nvSpPr>
        <p:spPr>
          <a:xfrm xmlns:a="http://schemas.openxmlformats.org/drawingml/2006/main">
            <a:off x="8162925" y="4772025"/>
            <a:ext cx="285750" cy="285750"/>
          </a:xfrm>
          <a:prstGeom xmlns:a="http://schemas.openxmlformats.org/drawingml/2006/main" prst="rect">
            <a:avLst/>
          </a:prstGeom>
          <a:solidFill xmlns:a="http://schemas.openxmlformats.org/drawingml/2006/main">
            <a:srgbClr val="D9EFF9"/>
          </a:solidFill>
          <a:ln xmlns:a="http://schemas.openxmlformats.org/drawingml/2006/main" w="9525">
            <a:solidFill>
              <a:srgbClr val="FFFFFF"/>
            </a:solidFill>
            <a:prstDash val="solid"/>
          </a:ln>
        </p:spPr>
      </p:sp>
      <p:sp>
        <p:nvSpPr>
          <p:cNvPr id="65" name="">
            <a:extLst xmlns:a="http://schemas.openxmlformats.org/drawingml/2006/main">
              <a:ext uri="{FF2B5EF4-FFF2-40B4-BE49-F238E27FC236}">
                <a16:creationId xmlns:a16="http://schemas.microsoft.com/office/drawing/2014/main" id="{1E101A7D-B883-4257-A8FF-CB72314DFDE0}"/>
              </a:ext>
            </a:extLst>
          </p:cNvPr>
          <p:cNvSpPr>
            <a:spLocks xmlns:a="http://schemas.openxmlformats.org/drawingml/2006/main" noGrp="1"/>
          </p:cNvSpPr>
          <p:nvPr/>
        </p:nvSpPr>
        <p:spPr>
          <a:xfrm xmlns:a="http://schemas.openxmlformats.org/drawingml/2006/main">
            <a:off x="9477375" y="36004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1" i="0">
                <a:solidFill>
                  <a:srgbClr val="1678A7"/>
                </a:solidFill>
                <a:latin typeface="Noto Sans CJK JP"/>
                <a:ea typeface="Noto Sans CJK JP"/>
                <a:cs typeface="Noto Sans CJK JP"/>
              </a:defRPr>
            </a:pPr>
            <a:r>
              <a:rPr sz="1650" b="1" i="0">
                <a:solidFill>
                  <a:srgbClr val="1678A7"/>
                </a:solidFill>
                <a:latin typeface="Noto Sans CJK JP"/>
                <a:ea typeface="Noto Sans CJK JP"/>
                <a:cs typeface="Noto Sans CJK JP"/>
              </a:rPr>
              <a:t>各行の和 = 1</a:t>
            </a:r>
          </a:p>
        </p:txBody>
      </p:sp>
      <p:sp>
        <p:nvSpPr>
          <p:cNvPr id="67" name="">
            <a:extLst xmlns:a="http://schemas.openxmlformats.org/drawingml/2006/main">
              <a:ext uri="{FF2B5EF4-FFF2-40B4-BE49-F238E27FC236}">
                <a16:creationId xmlns:a16="http://schemas.microsoft.com/office/drawing/2014/main" id="{41C1CF37-41EC-4DBB-870D-6AD984333DC3}"/>
              </a:ext>
            </a:extLst>
          </p:cNvPr>
          <p:cNvSpPr>
            <a:spLocks xmlns:a="http://schemas.openxmlformats.org/drawingml/2006/main" noGrp="1"/>
          </p:cNvSpPr>
          <p:nvPr/>
        </p:nvSpPr>
        <p:spPr>
          <a:xfrm xmlns:a="http://schemas.openxmlformats.org/drawingml/2006/main">
            <a:off x="742950" y="5343525"/>
            <a:ext cx="5095875" cy="666750"/>
          </a:xfrm>
          <a:prstGeom xmlns:a="http://schemas.openxmlformats.org/drawingml/2006/main" prst="roundRect">
            <a:avLst>
              <a:gd name="adj" fmla="val 11429"/>
            </a:avLst>
          </a:prstGeom>
          <a:solidFill xmlns:a="http://schemas.openxmlformats.org/drawingml/2006/main">
            <a:srgbClr val="FBEAF2"/>
          </a:solidFill>
          <a:ln xmlns:a="http://schemas.openxmlformats.org/drawingml/2006/main" w="9525">
            <a:solidFill>
              <a:srgbClr val="F0B8D1"/>
            </a:solidFill>
            <a:prstDash val="solid"/>
          </a:ln>
        </p:spPr>
      </p:sp>
      <p:sp>
        <p:nvSpPr>
          <p:cNvPr id="68" name="">
            <a:extLst xmlns:a="http://schemas.openxmlformats.org/drawingml/2006/main">
              <a:ext uri="{FF2B5EF4-FFF2-40B4-BE49-F238E27FC236}">
                <a16:creationId xmlns:a16="http://schemas.microsoft.com/office/drawing/2014/main" id="{EE079FDD-CB19-4A7A-9CE8-0F610F1EA860}"/>
              </a:ext>
            </a:extLst>
          </p:cNvPr>
          <p:cNvSpPr>
            <a:spLocks xmlns:a="http://schemas.openxmlformats.org/drawingml/2006/main" noGrp="1"/>
          </p:cNvSpPr>
          <p:nvPr/>
        </p:nvSpPr>
        <p:spPr>
          <a:xfrm xmlns:a="http://schemas.openxmlformats.org/drawingml/2006/main">
            <a:off x="933450" y="5505450"/>
            <a:ext cx="4714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6825"/>
          </a:bodyPr>
          <a:lstStyle xmlns:a="http://schemas.openxmlformats.org/drawingml/2006/main"/>
          <a:p xmlns:a="http://schemas.openxmlformats.org/drawingml/2006/main">
            <a:pPr algn="ctr">
              <a:defRPr sz="1575" b="1" i="0">
                <a:solidFill>
                  <a:srgbClr val="111111"/>
                </a:solidFill>
                <a:latin typeface="Noto Sans CJK JP"/>
                <a:ea typeface="Noto Sans CJK JP"/>
                <a:cs typeface="Noto Sans CJK JP"/>
              </a:defRPr>
            </a:pPr>
            <a:r>
              <a:rPr sz="1575" b="1" i="0">
                <a:solidFill>
                  <a:srgbClr val="111111"/>
                </a:solidFill>
                <a:latin typeface="Noto Sans CJK JP"/>
                <a:ea typeface="Noto Sans CJK JP"/>
                <a:cs typeface="Noto Sans CJK JP"/>
              </a:rPr>
              <a:t>困難①　双線形スコアの成分は独立でない</a:t>
            </a:r>
          </a:p>
        </p:txBody>
      </p:sp>
      <p:sp>
        <p:nvSpPr>
          <p:cNvPr id="69" name="">
            <a:extLst xmlns:a="http://schemas.openxmlformats.org/drawingml/2006/main">
              <a:ext uri="{FF2B5EF4-FFF2-40B4-BE49-F238E27FC236}">
                <a16:creationId xmlns:a16="http://schemas.microsoft.com/office/drawing/2014/main" id="{C960E3AC-B946-4045-8FDE-19D3CD8AC2A9}"/>
              </a:ext>
            </a:extLst>
          </p:cNvPr>
          <p:cNvSpPr>
            <a:spLocks xmlns:a="http://schemas.openxmlformats.org/drawingml/2006/main" noGrp="1"/>
          </p:cNvSpPr>
          <p:nvPr/>
        </p:nvSpPr>
        <p:spPr>
          <a:xfrm xmlns:a="http://schemas.openxmlformats.org/drawingml/2006/main">
            <a:off x="6172200" y="5343525"/>
            <a:ext cx="5095875" cy="666750"/>
          </a:xfrm>
          <a:prstGeom xmlns:a="http://schemas.openxmlformats.org/drawingml/2006/main" prst="roundRect">
            <a:avLst>
              <a:gd name="adj" fmla="val 11429"/>
            </a:avLst>
          </a:prstGeom>
          <a:solidFill xmlns:a="http://schemas.openxmlformats.org/drawingml/2006/main">
            <a:srgbClr val="EEEAFB"/>
          </a:solidFill>
          <a:ln xmlns:a="http://schemas.openxmlformats.org/drawingml/2006/main" w="9525">
            <a:solidFill>
              <a:srgbClr val="7A62D3"/>
            </a:solidFill>
            <a:prstDash val="solid"/>
          </a:ln>
        </p:spPr>
      </p:sp>
      <p:sp>
        <p:nvSpPr>
          <p:cNvPr id="70" name="">
            <a:extLst xmlns:a="http://schemas.openxmlformats.org/drawingml/2006/main">
              <a:ext uri="{FF2B5EF4-FFF2-40B4-BE49-F238E27FC236}">
                <a16:creationId xmlns:a16="http://schemas.microsoft.com/office/drawing/2014/main" id="{4254576F-684A-4A5A-83D4-15DCA0E3EE73}"/>
              </a:ext>
            </a:extLst>
          </p:cNvPr>
          <p:cNvSpPr>
            <a:spLocks xmlns:a="http://schemas.openxmlformats.org/drawingml/2006/main" noGrp="1"/>
          </p:cNvSpPr>
          <p:nvPr/>
        </p:nvSpPr>
        <p:spPr>
          <a:xfrm xmlns:a="http://schemas.openxmlformats.org/drawingml/2006/main">
            <a:off x="6362700" y="5505450"/>
            <a:ext cx="4714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6825"/>
          </a:bodyPr>
          <a:lstStyle xmlns:a="http://schemas.openxmlformats.org/drawingml/2006/main"/>
          <a:p xmlns:a="http://schemas.openxmlformats.org/drawingml/2006/main">
            <a:pPr algn="ctr">
              <a:defRPr sz="1575" b="1" i="0">
                <a:solidFill>
                  <a:srgbClr val="111111"/>
                </a:solidFill>
                <a:latin typeface="Noto Sans CJK JP"/>
                <a:ea typeface="Noto Sans CJK JP"/>
                <a:cs typeface="Noto Sans CJK JP"/>
              </a:defRPr>
            </a:pPr>
            <a:r>
              <a:rPr sz="1575" b="1" i="0">
                <a:solidFill>
                  <a:srgbClr val="111111"/>
                </a:solidFill>
                <a:latin typeface="Noto Sans CJK JP"/>
                <a:ea typeface="Noto Sans CJK JP"/>
                <a:cs typeface="Noto Sans CJK JP"/>
              </a:rPr>
              <a:t>困難②　分母が一行全体を結合する</a:t>
            </a:r>
          </a:p>
        </p:txBody>
      </p:sp>
      <p:pic>
        <p:nvPicPr>
          <p:cNvPr id="74" name="Typeset equation 6:6" descr="S=\frac{XW_QW_K^{\mathsf T}X^{\mathsf T}}{\sqrt{d_{\mathrm{qk}}}}"/>
          <p:cNvPicPr>
            <a:picLocks xmlns:a="http://schemas.openxmlformats.org/drawingml/2006/main" noChangeAspect="1"/>
          </p:cNvPicPr>
          <p:nvPr/>
        </p:nvPicPr>
        <p:blipFill>
          <a:blip xmlns:r="http://schemas.openxmlformats.org/officeDocument/2006/relationships" xmlns:a="http://schemas.openxmlformats.org/drawingml/2006/main" r:embed="rIdTypeset6_1_png">
            <a:extLst>
              <a:ext uri="{96DAC541-7B7A-43D3-8B79-37D633B846F1}">
                <asvg:svgBlip xmlns:asvg="http://schemas.microsoft.com/office/drawing/2016/SVG/main" r:embed="rIdTypeset6_1_svg"/>
              </a:ext>
            </a:extLst>
          </a:blip>
          <a:stretch xmlns:a="http://schemas.openxmlformats.org/drawingml/2006/main"/>
        </p:blipFill>
        <p:spPr>
          <a:xfrm xmlns:a="http://schemas.openxmlformats.org/drawingml/2006/main">
            <a:off x="695325" y="1666875"/>
            <a:ext cx="2089101" cy="762000"/>
          </a:xfrm>
          <a:prstGeom xmlns:a="http://schemas.openxmlformats.org/drawingml/2006/main" prst="rect">
            <a:avLst/>
          </a:prstGeom>
        </p:spPr>
      </p:pic>
      <p:pic>
        <p:nvPicPr>
          <p:cNvPr id="75" name="Typeset equation 6:7" descr="A_{ij}=\frac{\exp(\beta S_{ij})}{\sum_k\exp(\beta S_{ik})}"/>
          <p:cNvPicPr>
            <a:picLocks xmlns:a="http://schemas.openxmlformats.org/drawingml/2006/main" noChangeAspect="1"/>
          </p:cNvPicPr>
          <p:nvPr/>
        </p:nvPicPr>
        <p:blipFill>
          <a:blip xmlns:r="http://schemas.openxmlformats.org/officeDocument/2006/relationships" xmlns:a="http://schemas.openxmlformats.org/drawingml/2006/main" r:embed="rIdTypeset6_2_png">
            <a:extLst>
              <a:ext uri="{96DAC541-7B7A-43D3-8B79-37D633B846F1}">
                <asvg:svgBlip xmlns:asvg="http://schemas.microsoft.com/office/drawing/2016/SVG/main" r:embed="rIdTypeset6_2_svg"/>
              </a:ext>
            </a:extLst>
          </a:blip>
          <a:stretch xmlns:a="http://schemas.openxmlformats.org/drawingml/2006/main"/>
        </p:blipFill>
        <p:spPr>
          <a:xfrm xmlns:a="http://schemas.openxmlformats.org/drawingml/2006/main">
            <a:off x="5915025" y="1666875"/>
            <a:ext cx="2478049" cy="762000"/>
          </a:xfrm>
          <a:prstGeom xmlns:a="http://schemas.openxmlformats.org/drawingml/2006/main" prst="rect">
            <a:avLst/>
          </a:prstGeom>
        </p:spPr>
      </p:pic>
      <p:pic>
        <p:nvPicPr>
          <p:cNvPr id="76" name="Typeset equation 6:66" descr="A\mathbf{1}=\mathbf{1}"/>
          <p:cNvPicPr>
            <a:picLocks xmlns:a="http://schemas.openxmlformats.org/drawingml/2006/main" noChangeAspect="1"/>
          </p:cNvPicPr>
          <p:nvPr/>
        </p:nvPicPr>
        <p:blipFill>
          <a:blip xmlns:r="http://schemas.openxmlformats.org/officeDocument/2006/relationships" xmlns:a="http://schemas.openxmlformats.org/drawingml/2006/main" r:embed="rIdTypeset6_3_png">
            <a:extLst>
              <a:ext uri="{96DAC541-7B7A-43D3-8B79-37D633B846F1}">
                <asvg:svgBlip xmlns:asvg="http://schemas.microsoft.com/office/drawing/2016/SVG/main" r:embed="rIdTypeset6_3_svg"/>
              </a:ext>
            </a:extLst>
          </a:blip>
          <a:stretch xmlns:a="http://schemas.openxmlformats.org/drawingml/2006/main"/>
        </p:blipFill>
        <p:spPr>
          <a:xfrm xmlns:a="http://schemas.openxmlformats.org/drawingml/2006/main">
            <a:off x="9572625" y="4195128"/>
            <a:ext cx="1025144" cy="267970"/>
          </a:xfrm>
          <a:prstGeom xmlns:a="http://schemas.openxmlformats.org/drawingml/2006/main" prst="rect">
            <a:avLst/>
          </a:prstGeom>
        </p:spPr>
      </p:pic>
    </p:spTree>
    <p:extLst>
      <p:ext uri="{BB962C8B-B14F-4D97-AF65-F5344CB8AC3E}">
        <p14:creationId xmlns:p14="http://schemas.microsoft.com/office/powerpoint/2010/main" val="803662293"/>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4AE769D-65C6-47EF-952A-A5E5475F701C}"/>
              </a:ext>
            </a:extLst>
          </p:cNvPr>
          <p:cNvSpPr>
            <a:spLocks xmlns:a="http://schemas.openxmlformats.org/drawingml/2006/main" noGrp="1"/>
          </p:cNvSpPr>
          <p:nvPr/>
        </p:nvSpPr>
        <p:spPr>
          <a:xfrm xmlns:a="http://schemas.openxmlformats.org/drawingml/2006/main">
            <a:off x="400050" y="57150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3150" b="1" i="0">
                <a:solidFill>
                  <a:srgbClr val="111111"/>
                </a:solidFill>
                <a:latin typeface="Noto Sans CJK JP"/>
                <a:ea typeface="Noto Sans CJK JP"/>
                <a:cs typeface="Noto Sans CJK JP"/>
              </a:defRPr>
            </a:pPr>
            <a:r>
              <a:rPr sz="3150" b="1" i="0">
                <a:solidFill>
                  <a:srgbClr val="111111"/>
                </a:solidFill>
                <a:latin typeface="Noto Sans CJK JP"/>
                <a:ea typeface="Noto Sans CJK JP"/>
                <a:cs typeface="Noto Sans CJK JP"/>
              </a:rPr>
              <a:t>結果：rank-one ＋ 非MP型バルク</a:t>
            </a:r>
          </a:p>
        </p:txBody>
      </p:sp>
      <p:cxnSp>
        <p:nvCxnSpPr>
          <p:cNvPr id="36" name=""/>
          <p:cNvCxnSpPr/>
          <p:nvPr/>
        </p:nvCxnSpPr>
        <p:spPr>
          <a:xfrm xmlns:a="http://schemas.openxmlformats.org/drawingml/2006/main">
            <a:off x="400050" y="1314450"/>
            <a:ext cx="11391900" cy="0"/>
          </a:xfrm>
          <a:prstGeom xmlns:a="http://schemas.openxmlformats.org/drawingml/2006/main" prst="straightConnector1">
            <a:avLst/>
          </a:prstGeom>
          <a:ln xmlns:a="http://schemas.openxmlformats.org/drawingml/2006/main" w="9525">
            <a:solidFill>
              <a:srgbClr val="111111"/>
            </a:solidFill>
            <a:prstDash val="solid"/>
          </a:ln>
        </p:spPr>
      </p:cxnSp>
      <p:sp>
        <p:nvSpPr>
          <p:cNvPr id="4" name="">
            <a:extLst xmlns:a="http://schemas.openxmlformats.org/drawingml/2006/main">
              <a:ext uri="{FF2B5EF4-FFF2-40B4-BE49-F238E27FC236}">
                <a16:creationId xmlns:a16="http://schemas.microsoft.com/office/drawing/2014/main" id="{D0F7F1AA-8F4B-4F16-97CF-CA18B46A4678}"/>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809"/>
          </a:bodyPr>
          <a:lstStyle xmlns:a="http://schemas.openxmlformats.org/drawingml/2006/main"/>
          <a:p xmlns:a="http://schemas.openxmlformats.org/drawingml/2006/main">
            <a:pPr algn="r">
              <a:defRPr sz="1050" b="1" i="0">
                <a:solidFill>
                  <a:srgbClr val="5D6470"/>
                </a:solidFill>
                <a:latin typeface="Noto Sans CJK JP"/>
                <a:ea typeface="Noto Sans CJK JP"/>
                <a:cs typeface="Noto Sans CJK JP"/>
              </a:defRPr>
            </a:pPr>
            <a:r>
              <a:rPr sz="1050" b="1" i="0">
                <a:solidFill>
                  <a:srgbClr val="5D6470"/>
                </a:solidFill>
                <a:latin typeface="Noto Sans CJK JP"/>
                <a:ea typeface="Noto Sans CJK JP"/>
                <a:cs typeface="Noto Sans CJK JP"/>
              </a:rPr>
              <a:t>07</a:t>
            </a:r>
          </a:p>
        </p:txBody>
      </p:sp>
      <p:sp>
        <p:nvSpPr>
          <p:cNvPr id="37" name="Revision authors">
            <a:extLst xmlns:a="http://schemas.openxmlformats.org/drawingml/2006/main">
              <a:ext uri="{FF2B5EF4-FFF2-40B4-BE49-F238E27FC236}">
                <a16:creationId xmlns:a16="http://schemas.microsoft.com/office/drawing/2014/main" id="{652F2B23-083C-4836-B527-6D47777C7324}"/>
              </a:ext>
            </a:extLst>
          </p:cNvPr>
          <p:cNvSpPr>
            <a:spLocks xmlns:a="http://schemas.openxmlformats.org/drawingml/2006/main" noGrp="1"/>
          </p:cNvSpPr>
          <p:nvPr/>
        </p:nvSpPr>
        <p:spPr>
          <a:xfrm xmlns:a="http://schemas.openxmlformats.org/drawingml/2006/main">
            <a:off x="495300" y="1428750"/>
            <a:ext cx="11068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B6472"/>
                </a:solidFill>
                <a:latin typeface="Noto Sans CJK JP"/>
                <a:ea typeface="Noto Sans CJK JP"/>
                <a:cs typeface="Noto Sans CJK JP"/>
              </a:defRPr>
            </a:pPr>
            <a:r>
              <a:rPr sz="1875" b="0">
                <a:solidFill>
                  <a:srgbClr val="5B6472"/>
                </a:solidFill>
                <a:latin typeface="Noto Sans CJK JP"/>
                <a:ea typeface="Noto Sans CJK JP"/>
                <a:cs typeface="Noto Sans CJK JP"/>
              </a:rPr>
              <a:t>Hayase–Collins–Karakida</a:t>
            </a:r>
          </a:p>
        </p:txBody>
      </p:sp>
      <p:sp>
        <p:nvSpPr>
          <p:cNvPr id="38" name="Revision model background">
            <a:extLst xmlns:a="http://schemas.openxmlformats.org/drawingml/2006/main">
              <a:ext uri="{FF2B5EF4-FFF2-40B4-BE49-F238E27FC236}">
                <a16:creationId xmlns:a16="http://schemas.microsoft.com/office/drawing/2014/main" id="{1568078B-42CD-447C-96A7-E6B7D15CF9CE}"/>
              </a:ext>
            </a:extLst>
          </p:cNvPr>
          <p:cNvSpPr>
            <a:spLocks xmlns:a="http://schemas.openxmlformats.org/drawingml/2006/main" noGrp="1"/>
          </p:cNvSpPr>
          <p:nvPr/>
        </p:nvSpPr>
        <p:spPr>
          <a:xfrm xmlns:a="http://schemas.openxmlformats.org/drawingml/2006/main">
            <a:off x="400050" y="1838325"/>
            <a:ext cx="11391900" cy="923925"/>
          </a:xfrm>
          <a:prstGeom xmlns:a="http://schemas.openxmlformats.org/drawingml/2006/main" prst="roundRect">
            <a:avLst>
              <a:gd name="adj" fmla="val 8247"/>
            </a:avLst>
          </a:prstGeom>
          <a:solidFill xmlns:a="http://schemas.openxmlformats.org/drawingml/2006/main">
            <a:srgbClr val="111111"/>
          </a:solidFill>
          <a:ln xmlns:a="http://schemas.openxmlformats.org/drawingml/2006/main" w="0">
            <a:noFill/>
          </a:ln>
        </p:spPr>
      </p:sp>
      <p:sp>
        <p:nvSpPr>
          <p:cNvPr id="39" name="Revision assumptions">
            <a:extLst xmlns:a="http://schemas.openxmlformats.org/drawingml/2006/main">
              <a:ext uri="{FF2B5EF4-FFF2-40B4-BE49-F238E27FC236}">
                <a16:creationId xmlns:a16="http://schemas.microsoft.com/office/drawing/2014/main" id="{92E84D5C-C03A-40D2-868D-36EE196BA4AC}"/>
              </a:ext>
            </a:extLst>
          </p:cNvPr>
          <p:cNvSpPr>
            <a:spLocks xmlns:a="http://schemas.openxmlformats.org/drawingml/2006/main" noGrp="1"/>
          </p:cNvSpPr>
          <p:nvPr/>
        </p:nvSpPr>
        <p:spPr>
          <a:xfrm xmlns:a="http://schemas.openxmlformats.org/drawingml/2006/main">
            <a:off x="495300" y="2914650"/>
            <a:ext cx="5657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17DAA"/>
                </a:solidFill>
                <a:latin typeface="Noto Sans CJK JP"/>
                <a:ea typeface="Noto Sans CJK JP"/>
                <a:cs typeface="Noto Sans CJK JP"/>
              </a:defRPr>
            </a:pPr>
            <a:r>
              <a:rPr sz="1875" b="1">
                <a:solidFill>
                  <a:srgbClr val="117DAA"/>
                </a:solidFill>
                <a:latin typeface="Noto Sans CJK JP"/>
                <a:ea typeface="Noto Sans CJK JP"/>
                <a:cs typeface="Noto Sans CJK JP"/>
              </a:rPr>
              <a:t>仮定（X は決定論的）</a:t>
            </a:r>
          </a:p>
        </p:txBody>
      </p:sp>
      <p:sp>
        <p:nvSpPr>
          <p:cNvPr id="40" name="Revision orthonormal description">
            <a:extLst xmlns:a="http://schemas.openxmlformats.org/drawingml/2006/main">
              <a:ext uri="{FF2B5EF4-FFF2-40B4-BE49-F238E27FC236}">
                <a16:creationId xmlns:a16="http://schemas.microsoft.com/office/drawing/2014/main" id="{62E1552D-5717-4076-BCDE-F1417D608086}"/>
              </a:ext>
            </a:extLst>
          </p:cNvPr>
          <p:cNvSpPr>
            <a:spLocks xmlns:a="http://schemas.openxmlformats.org/drawingml/2006/main" noGrp="1"/>
          </p:cNvSpPr>
          <p:nvPr/>
        </p:nvSpPr>
        <p:spPr>
          <a:xfrm xmlns:a="http://schemas.openxmlformats.org/drawingml/2006/main">
            <a:off x="3333750" y="3333750"/>
            <a:ext cx="2743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B6472"/>
                </a:solidFill>
                <a:latin typeface="Noto Sans CJK JP"/>
                <a:ea typeface="Noto Sans CJK JP"/>
                <a:cs typeface="Noto Sans CJK JP"/>
              </a:defRPr>
            </a:pPr>
            <a:r>
              <a:rPr sz="1650" b="0">
                <a:solidFill>
                  <a:srgbClr val="5B6472"/>
                </a:solidFill>
                <a:latin typeface="Noto Sans CJK JP"/>
                <a:ea typeface="Noto Sans CJK JP"/>
                <a:cs typeface="Noto Sans CJK JP"/>
              </a:rPr>
              <a:t>（行が正規直交）</a:t>
            </a:r>
          </a:p>
        </p:txBody>
      </p:sp>
      <p:sp>
        <p:nvSpPr>
          <p:cNvPr id="41" name="Revision gaussian weights">
            <a:extLst xmlns:a="http://schemas.openxmlformats.org/drawingml/2006/main">
              <a:ext uri="{FF2B5EF4-FFF2-40B4-BE49-F238E27FC236}">
                <a16:creationId xmlns:a16="http://schemas.microsoft.com/office/drawing/2014/main" id="{AC93F2CC-CB0D-4B07-89DB-E1A889F6EB1D}"/>
              </a:ext>
            </a:extLst>
          </p:cNvPr>
          <p:cNvSpPr>
            <a:spLocks xmlns:a="http://schemas.openxmlformats.org/drawingml/2006/main" noGrp="1"/>
          </p:cNvSpPr>
          <p:nvPr/>
        </p:nvSpPr>
        <p:spPr>
          <a:xfrm xmlns:a="http://schemas.openxmlformats.org/drawingml/2006/main">
            <a:off x="1790700" y="3810000"/>
            <a:ext cx="4286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Noto Sans CJK JP"/>
                <a:ea typeface="Noto Sans CJK JP"/>
                <a:cs typeface="Noto Sans CJK JP"/>
              </a:defRPr>
            </a:pPr>
            <a:r>
              <a:rPr sz="1800" b="0">
                <a:solidFill>
                  <a:srgbClr val="111111"/>
                </a:solidFill>
                <a:latin typeface="Noto Sans CJK JP"/>
                <a:ea typeface="Noto Sans CJK JP"/>
                <a:cs typeface="Noto Sans CJK JP"/>
              </a:rPr>
              <a:t>独立な標準ガウス行列</a:t>
            </a:r>
          </a:p>
        </p:txBody>
      </p:sp>
      <p:sp>
        <p:nvSpPr>
          <p:cNvPr id="42" name="Revision ratio description">
            <a:extLst xmlns:a="http://schemas.openxmlformats.org/drawingml/2006/main">
              <a:ext uri="{FF2B5EF4-FFF2-40B4-BE49-F238E27FC236}">
                <a16:creationId xmlns:a16="http://schemas.microsoft.com/office/drawing/2014/main" id="{5F8D9B72-E901-457E-A866-F7A5067CF14F}"/>
              </a:ext>
            </a:extLst>
          </p:cNvPr>
          <p:cNvSpPr>
            <a:spLocks xmlns:a="http://schemas.openxmlformats.org/drawingml/2006/main" noGrp="1"/>
          </p:cNvSpPr>
          <p:nvPr/>
        </p:nvSpPr>
        <p:spPr>
          <a:xfrm xmlns:a="http://schemas.openxmlformats.org/drawingml/2006/main">
            <a:off x="495300" y="4695825"/>
            <a:ext cx="1323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B6472"/>
                </a:solidFill>
                <a:latin typeface="Noto Sans CJK JP"/>
                <a:ea typeface="Noto Sans CJK JP"/>
                <a:cs typeface="Noto Sans CJK JP"/>
              </a:defRPr>
            </a:pPr>
            <a:r>
              <a:rPr sz="1650" b="0">
                <a:solidFill>
                  <a:srgbClr val="5B6472"/>
                </a:solidFill>
                <a:latin typeface="Noto Sans CJK JP"/>
                <a:ea typeface="Noto Sans CJK JP"/>
                <a:cs typeface="Noto Sans CJK JP"/>
              </a:rPr>
              <a:t>次元比：</a:t>
            </a:r>
          </a:p>
        </p:txBody>
      </p:sp>
      <p:sp>
        <p:nvSpPr>
          <p:cNvPr id="43" name="Revision result heading">
            <a:extLst xmlns:a="http://schemas.openxmlformats.org/drawingml/2006/main">
              <a:ext uri="{FF2B5EF4-FFF2-40B4-BE49-F238E27FC236}">
                <a16:creationId xmlns:a16="http://schemas.microsoft.com/office/drawing/2014/main" id="{9D5BD9BD-B683-4C19-9B08-9FF20A78C4BA}"/>
              </a:ext>
            </a:extLst>
          </p:cNvPr>
          <p:cNvSpPr>
            <a:spLocks xmlns:a="http://schemas.openxmlformats.org/drawingml/2006/main" noGrp="1"/>
          </p:cNvSpPr>
          <p:nvPr/>
        </p:nvSpPr>
        <p:spPr>
          <a:xfrm xmlns:a="http://schemas.openxmlformats.org/drawingml/2006/main">
            <a:off x="6477000" y="2914650"/>
            <a:ext cx="52482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85DE8"/>
                </a:solidFill>
                <a:latin typeface="Noto Sans CJK JP"/>
                <a:ea typeface="Noto Sans CJK JP"/>
                <a:cs typeface="Noto Sans CJK JP"/>
              </a:defRPr>
            </a:pPr>
            <a:r>
              <a:rPr sz="1875" b="1">
                <a:solidFill>
                  <a:srgbClr val="785DE8"/>
                </a:solidFill>
                <a:latin typeface="Noto Sans CJK JP"/>
                <a:ea typeface="Noto Sans CJK JP"/>
                <a:cs typeface="Noto Sans CJK JP"/>
              </a:rPr>
              <a:t>rank-one とバルク</a:t>
            </a:r>
          </a:p>
        </p:txBody>
      </p:sp>
      <p:sp>
        <p:nvSpPr>
          <p:cNvPr id="44" name="Revision squared ESD">
            <a:extLst xmlns:a="http://schemas.openxmlformats.org/drawingml/2006/main">
              <a:ext uri="{FF2B5EF4-FFF2-40B4-BE49-F238E27FC236}">
                <a16:creationId xmlns:a16="http://schemas.microsoft.com/office/drawing/2014/main" id="{48ABEAA4-8EE9-48AC-A485-DD7B888E1D37}"/>
              </a:ext>
            </a:extLst>
          </p:cNvPr>
          <p:cNvSpPr>
            <a:spLocks xmlns:a="http://schemas.openxmlformats.org/drawingml/2006/main" noGrp="1"/>
          </p:cNvSpPr>
          <p:nvPr/>
        </p:nvSpPr>
        <p:spPr>
          <a:xfrm xmlns:a="http://schemas.openxmlformats.org/drawingml/2006/main">
            <a:off x="6477000" y="4705350"/>
            <a:ext cx="5248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B6472"/>
                </a:solidFill>
                <a:latin typeface="Noto Sans CJK JP"/>
                <a:ea typeface="Noto Sans CJK JP"/>
                <a:cs typeface="Noto Sans CJK JP"/>
              </a:defRPr>
            </a:pPr>
            <a:r>
              <a:rPr sz="1650" b="0">
                <a:solidFill>
                  <a:srgbClr val="5B6472"/>
                </a:solidFill>
                <a:latin typeface="Noto Sans CJK JP"/>
                <a:ea typeface="Noto Sans CJK JP"/>
                <a:cs typeface="Noto Sans CJK JP"/>
              </a:rPr>
              <a:t>ν は二乗特異値の経験分布</a:t>
            </a:r>
          </a:p>
        </p:txBody>
      </p:sp>
      <p:sp>
        <p:nvSpPr>
          <p:cNvPr id="45" name="Revision comparison divider">
            <a:extLst xmlns:a="http://schemas.openxmlformats.org/drawingml/2006/main">
              <a:ext uri="{FF2B5EF4-FFF2-40B4-BE49-F238E27FC236}">
                <a16:creationId xmlns:a16="http://schemas.microsoft.com/office/drawing/2014/main" id="{450D5649-ED6E-4C53-B658-B2DC5842687D}"/>
              </a:ext>
            </a:extLst>
          </p:cNvPr>
          <p:cNvSpPr>
            <a:spLocks xmlns:a="http://schemas.openxmlformats.org/drawingml/2006/main" noGrp="1"/>
          </p:cNvSpPr>
          <p:nvPr/>
        </p:nvSpPr>
        <p:spPr>
          <a:xfrm xmlns:a="http://schemas.openxmlformats.org/drawingml/2006/main">
            <a:off x="400050" y="5191125"/>
            <a:ext cx="11391900" cy="0"/>
          </a:xfrm>
          <a:prstGeom xmlns:a="http://schemas.openxmlformats.org/drawingml/2006/main" prst="line">
            <a:avLst/>
          </a:prstGeom>
          <a:noFill xmlns:a="http://schemas.openxmlformats.org/drawingml/2006/main"/>
          <a:ln xmlns:a="http://schemas.openxmlformats.org/drawingml/2006/main" w="9525">
            <a:solidFill>
              <a:srgbClr val="C9CDD3"/>
            </a:solidFill>
          </a:ln>
        </p:spPr>
      </p:sp>
      <p:sp>
        <p:nvSpPr>
          <p:cNvPr id="46" name="Revision comparison heading">
            <a:extLst xmlns:a="http://schemas.openxmlformats.org/drawingml/2006/main">
              <a:ext uri="{FF2B5EF4-FFF2-40B4-BE49-F238E27FC236}">
                <a16:creationId xmlns:a16="http://schemas.microsoft.com/office/drawing/2014/main" id="{CB1861DA-BA06-47B3-9CE8-A4FF9A32B0A6}"/>
              </a:ext>
            </a:extLst>
          </p:cNvPr>
          <p:cNvSpPr>
            <a:spLocks xmlns:a="http://schemas.openxmlformats.org/drawingml/2006/main" noGrp="1"/>
          </p:cNvSpPr>
          <p:nvPr/>
        </p:nvSpPr>
        <p:spPr>
          <a:xfrm xmlns:a="http://schemas.openxmlformats.org/drawingml/2006/main">
            <a:off x="495300" y="5219700"/>
            <a:ext cx="1057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85DE8"/>
                </a:solidFill>
                <a:latin typeface="Noto Sans CJK JP"/>
                <a:ea typeface="Noto Sans CJK JP"/>
                <a:cs typeface="Noto Sans CJK JP"/>
              </a:defRPr>
            </a:pPr>
            <a:r>
              <a:rPr sz="1800" b="1">
                <a:solidFill>
                  <a:srgbClr val="785DE8"/>
                </a:solidFill>
                <a:latin typeface="Noto Sans CJK JP"/>
                <a:ea typeface="Noto Sans CJK JP"/>
                <a:cs typeface="Noto Sans CJK JP"/>
              </a:rPr>
              <a:t>同じバルク極限をもつ線形モデル</a:t>
            </a:r>
          </a:p>
        </p:txBody>
      </p:sp>
      <p:sp>
        <p:nvSpPr>
          <p:cNvPr id="47" name="Revision comparison noise">
            <a:extLst xmlns:a="http://schemas.openxmlformats.org/drawingml/2006/main">
              <a:ext uri="{FF2B5EF4-FFF2-40B4-BE49-F238E27FC236}">
                <a16:creationId xmlns:a16="http://schemas.microsoft.com/office/drawing/2014/main" id="{DA21EEC4-3577-427F-8FD8-FCD2127AA9A6}"/>
              </a:ext>
            </a:extLst>
          </p:cNvPr>
          <p:cNvSpPr>
            <a:spLocks xmlns:a="http://schemas.openxmlformats.org/drawingml/2006/main" noGrp="1"/>
          </p:cNvSpPr>
          <p:nvPr/>
        </p:nvSpPr>
        <p:spPr>
          <a:xfrm xmlns:a="http://schemas.openxmlformats.org/drawingml/2006/main">
            <a:off x="495300" y="6238875"/>
            <a:ext cx="647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B6472"/>
                </a:solidFill>
                <a:latin typeface="Noto Sans CJK JP"/>
                <a:ea typeface="Noto Sans CJK JP"/>
                <a:cs typeface="Noto Sans CJK JP"/>
              </a:defRPr>
            </a:pPr>
            <a:r>
              <a:rPr sz="1500" b="0">
                <a:solidFill>
                  <a:srgbClr val="5B6472"/>
                </a:solidFill>
                <a:latin typeface="Noto Sans CJK JP"/>
                <a:ea typeface="Noto Sans CJK JP"/>
                <a:cs typeface="Noto Sans CJK JP"/>
              </a:rPr>
              <a:t>W：重み行列と独立な標準ガウス行列</a:t>
            </a:r>
          </a:p>
        </p:txBody>
      </p:sp>
      <p:pic>
        <p:nvPicPr>
          <p:cNvPr id="48" name="Revision equation score" descr="S=\frac{XW_QW_K^{\mathsf T}X^{\mathsf T}}{\sqrt{d_{\mathrm{qk}}}}"/>
          <p:cNvPicPr>
            <a:picLocks xmlns:a="http://schemas.openxmlformats.org/drawingml/2006/main" noChangeAspect="1"/>
          </p:cNvPicPr>
          <p:nvPr/>
        </p:nvPicPr>
        <p:blipFill>
          <a:blip xmlns:r="http://schemas.openxmlformats.org/officeDocument/2006/relationships" xmlns:a="http://schemas.openxmlformats.org/drawingml/2006/main" r:embed="rIdRevision4_score_png">
            <a:extLst>
              <a:ext uri="{96DAC541-7B7A-43D3-8B79-37D633B846F1}">
                <asvg:svgBlip xmlns:asvg="http://schemas.microsoft.com/office/drawing/2016/SVG/main" r:embed="rIdRevision4_score_svg"/>
              </a:ext>
            </a:extLst>
          </a:blip>
          <a:stretch xmlns:a="http://schemas.openxmlformats.org/drawingml/2006/main"/>
        </p:blipFill>
        <p:spPr>
          <a:xfrm xmlns:a="http://schemas.openxmlformats.org/drawingml/2006/main">
            <a:off x="704850" y="1905000"/>
            <a:ext cx="2089101" cy="762000"/>
          </a:xfrm>
          <a:prstGeom xmlns:a="http://schemas.openxmlformats.org/drawingml/2006/main" prst="rect">
            <a:avLst/>
          </a:prstGeom>
        </p:spPr>
      </p:pic>
      <p:pic>
        <p:nvPicPr>
          <p:cNvPr id="49" name="Revision equation softmax" descr="A_{ij}=\frac{\exp(\beta S_{ij})}{\sum_{k=1}^{\ell}\exp(\beta S_{ik})}"/>
          <p:cNvPicPr>
            <a:picLocks xmlns:a="http://schemas.openxmlformats.org/drawingml/2006/main" noChangeAspect="1"/>
          </p:cNvPicPr>
          <p:nvPr/>
        </p:nvPicPr>
        <p:blipFill>
          <a:blip xmlns:r="http://schemas.openxmlformats.org/officeDocument/2006/relationships" xmlns:a="http://schemas.openxmlformats.org/drawingml/2006/main" r:embed="rIdRevision4_softmax_png">
            <a:extLst>
              <a:ext uri="{96DAC541-7B7A-43D3-8B79-37D633B846F1}">
                <asvg:svgBlip xmlns:asvg="http://schemas.microsoft.com/office/drawing/2016/SVG/main" r:embed="rIdRevision4_softmax_svg"/>
              </a:ext>
            </a:extLst>
          </a:blip>
          <a:stretch xmlns:a="http://schemas.openxmlformats.org/drawingml/2006/main"/>
        </p:blipFill>
        <p:spPr>
          <a:xfrm xmlns:a="http://schemas.openxmlformats.org/drawingml/2006/main">
            <a:off x="6229350" y="1905000"/>
            <a:ext cx="2493381" cy="762000"/>
          </a:xfrm>
          <a:prstGeom xmlns:a="http://schemas.openxmlformats.org/drawingml/2006/main" prst="rect">
            <a:avLst/>
          </a:prstGeom>
        </p:spPr>
      </p:pic>
      <p:pic>
        <p:nvPicPr>
          <p:cNvPr id="50" name="Revision equation input" descr="X\in\mathbb R^{\ell\times d},\qquad XX^{\mathsf T}=I_\ell"/>
          <p:cNvPicPr>
            <a:picLocks xmlns:a="http://schemas.openxmlformats.org/drawingml/2006/main" noChangeAspect="1"/>
          </p:cNvPicPr>
          <p:nvPr/>
        </p:nvPicPr>
        <p:blipFill>
          <a:blip xmlns:r="http://schemas.openxmlformats.org/officeDocument/2006/relationships" xmlns:a="http://schemas.openxmlformats.org/drawingml/2006/main" r:embed="rIdRevision4_input_png">
            <a:extLst>
              <a:ext uri="{96DAC541-7B7A-43D3-8B79-37D633B846F1}">
                <asvg:svgBlip xmlns:asvg="http://schemas.microsoft.com/office/drawing/2016/SVG/main" r:embed="rIdRevision4_input_svg"/>
              </a:ext>
            </a:extLst>
          </a:blip>
          <a:stretch xmlns:a="http://schemas.openxmlformats.org/drawingml/2006/main"/>
        </p:blipFill>
        <p:spPr>
          <a:xfrm xmlns:a="http://schemas.openxmlformats.org/drawingml/2006/main">
            <a:off x="495300" y="3370040"/>
            <a:ext cx="2857429" cy="327469"/>
          </a:xfrm>
          <a:prstGeom xmlns:a="http://schemas.openxmlformats.org/drawingml/2006/main" prst="rect">
            <a:avLst/>
          </a:prstGeom>
        </p:spPr>
      </p:pic>
      <p:pic>
        <p:nvPicPr>
          <p:cNvPr id="51" name="Revision equation weights" descr="W_Q,W_K"/>
          <p:cNvPicPr>
            <a:picLocks xmlns:a="http://schemas.openxmlformats.org/drawingml/2006/main" noChangeAspect="1"/>
          </p:cNvPicPr>
          <p:nvPr/>
        </p:nvPicPr>
        <p:blipFill>
          <a:blip xmlns:r="http://schemas.openxmlformats.org/officeDocument/2006/relationships" xmlns:a="http://schemas.openxmlformats.org/drawingml/2006/main" r:embed="rIdRevision4_weights_png">
            <a:extLst>
              <a:ext uri="{96DAC541-7B7A-43D3-8B79-37D633B846F1}">
                <asvg:svgBlip xmlns:asvg="http://schemas.microsoft.com/office/drawing/2016/SVG/main" r:embed="rIdRevision4_weights_svg"/>
              </a:ext>
            </a:extLst>
          </a:blip>
          <a:stretch xmlns:a="http://schemas.openxmlformats.org/drawingml/2006/main"/>
        </p:blipFill>
        <p:spPr>
          <a:xfrm xmlns:a="http://schemas.openxmlformats.org/drawingml/2006/main">
            <a:off x="495300" y="3863876"/>
            <a:ext cx="929481" cy="292298"/>
          </a:xfrm>
          <a:prstGeom xmlns:a="http://schemas.openxmlformats.org/drawingml/2006/main" prst="rect">
            <a:avLst/>
          </a:prstGeom>
        </p:spPr>
      </p:pic>
      <p:pic>
        <p:nvPicPr>
          <p:cNvPr id="52" name="Revision equation fixed" descr="\beta&gt;0\text{ を固定},\qquad\ell,d,d_{\mathrm{qk}}\to\infty"/>
          <p:cNvPicPr>
            <a:picLocks xmlns:a="http://schemas.openxmlformats.org/drawingml/2006/main" noChangeAspect="1"/>
          </p:cNvPicPr>
          <p:nvPr/>
        </p:nvPicPr>
        <p:blipFill>
          <a:blip xmlns:r="http://schemas.openxmlformats.org/officeDocument/2006/relationships" xmlns:a="http://schemas.openxmlformats.org/drawingml/2006/main" r:embed="rIdRevision4_fixed_png">
            <a:extLst>
              <a:ext uri="{96DAC541-7B7A-43D3-8B79-37D633B846F1}">
                <asvg:svgBlip xmlns:asvg="http://schemas.microsoft.com/office/drawing/2016/SVG/main" r:embed="rIdRevision4_fixed_svg"/>
              </a:ext>
            </a:extLst>
          </a:blip>
          <a:stretch xmlns:a="http://schemas.openxmlformats.org/drawingml/2006/main"/>
        </p:blipFill>
        <p:spPr>
          <a:xfrm xmlns:a="http://schemas.openxmlformats.org/drawingml/2006/main">
            <a:off x="495300" y="4289965"/>
            <a:ext cx="3144965" cy="316421"/>
          </a:xfrm>
          <a:prstGeom xmlns:a="http://schemas.openxmlformats.org/drawingml/2006/main" prst="rect">
            <a:avLst/>
          </a:prstGeom>
        </p:spPr>
      </p:pic>
      <p:pic>
        <p:nvPicPr>
          <p:cNvPr id="53" name="Revision equation ratios" descr="\frac{\ell}{d}\to\gamma\in(0,1],\qquad\frac{d_{\mathrm{qk}}}{d}\to\psi\in(0,\infty)"/>
          <p:cNvPicPr>
            <a:picLocks xmlns:a="http://schemas.openxmlformats.org/drawingml/2006/main" noChangeAspect="1"/>
          </p:cNvPicPr>
          <p:nvPr/>
        </p:nvPicPr>
        <p:blipFill>
          <a:blip xmlns:r="http://schemas.openxmlformats.org/officeDocument/2006/relationships" xmlns:a="http://schemas.openxmlformats.org/drawingml/2006/main" r:embed="rIdRevision4_ratios_png">
            <a:extLst>
              <a:ext uri="{96DAC541-7B7A-43D3-8B79-37D633B846F1}">
                <asvg:svgBlip xmlns:asvg="http://schemas.microsoft.com/office/drawing/2016/SVG/main" r:embed="rIdRevision4_ratios_svg"/>
              </a:ext>
            </a:extLst>
          </a:blip>
          <a:stretch xmlns:a="http://schemas.openxmlformats.org/drawingml/2006/main"/>
        </p:blipFill>
        <p:spPr>
          <a:xfrm xmlns:a="http://schemas.openxmlformats.org/drawingml/2006/main">
            <a:off x="1838325" y="4657725"/>
            <a:ext cx="3377683" cy="476250"/>
          </a:xfrm>
          <a:prstGeom xmlns:a="http://schemas.openxmlformats.org/drawingml/2006/main" prst="rect">
            <a:avLst/>
          </a:prstGeom>
        </p:spPr>
      </p:pic>
      <p:pic>
        <p:nvPicPr>
          <p:cNvPr id="54" name="Revision equation center" descr="u_\ell=\frac{\mathbf 1}{\sqrt{\ell}},\qquad A_\perp=A-u_\ell u_\ell^{\mathsf T}"/>
          <p:cNvPicPr>
            <a:picLocks xmlns:a="http://schemas.openxmlformats.org/drawingml/2006/main" noChangeAspect="1"/>
          </p:cNvPicPr>
          <p:nvPr/>
        </p:nvPicPr>
        <p:blipFill>
          <a:blip xmlns:r="http://schemas.openxmlformats.org/officeDocument/2006/relationships" xmlns:a="http://schemas.openxmlformats.org/drawingml/2006/main" r:embed="rIdRevision4_center_png">
            <a:extLst>
              <a:ext uri="{96DAC541-7B7A-43D3-8B79-37D633B846F1}">
                <asvg:svgBlip xmlns:asvg="http://schemas.microsoft.com/office/drawing/2016/SVG/main" r:embed="rIdRevision4_center_svg"/>
              </a:ext>
            </a:extLst>
          </a:blip>
          <a:stretch xmlns:a="http://schemas.openxmlformats.org/drawingml/2006/main"/>
        </p:blipFill>
        <p:spPr>
          <a:xfrm xmlns:a="http://schemas.openxmlformats.org/drawingml/2006/main">
            <a:off x="6477000" y="3333750"/>
            <a:ext cx="3175146" cy="590550"/>
          </a:xfrm>
          <a:prstGeom xmlns:a="http://schemas.openxmlformats.org/drawingml/2006/main" prst="rect">
            <a:avLst/>
          </a:prstGeom>
        </p:spPr>
      </p:pic>
      <p:pic>
        <p:nvPicPr>
          <p:cNvPr id="55" name="Revision equation result" descr="s_1(A)\longrightarrow1,\qquad\nu\!\left(\sqrt{\ell}\,A_\perp\right)\longrightarrow\nu_\infty"/>
          <p:cNvPicPr>
            <a:picLocks xmlns:a="http://schemas.openxmlformats.org/drawingml/2006/main" noChangeAspect="1"/>
          </p:cNvPicPr>
          <p:nvPr/>
        </p:nvPicPr>
        <p:blipFill>
          <a:blip xmlns:r="http://schemas.openxmlformats.org/officeDocument/2006/relationships" xmlns:a="http://schemas.openxmlformats.org/drawingml/2006/main" r:embed="rIdRevision4_result_png">
            <a:extLst>
              <a:ext uri="{96DAC541-7B7A-43D3-8B79-37D633B846F1}">
                <asvg:svgBlip xmlns:asvg="http://schemas.microsoft.com/office/drawing/2016/SVG/main" r:embed="rIdRevision4_result_svg"/>
              </a:ext>
            </a:extLst>
          </a:blip>
          <a:stretch xmlns:a="http://schemas.openxmlformats.org/drawingml/2006/main"/>
        </p:blipFill>
        <p:spPr>
          <a:xfrm xmlns:a="http://schemas.openxmlformats.org/drawingml/2006/main">
            <a:off x="6477000" y="4131945"/>
            <a:ext cx="4349591" cy="461010"/>
          </a:xfrm>
          <a:prstGeom xmlns:a="http://schemas.openxmlformats.org/drawingml/2006/main" prst="rect">
            <a:avLst/>
          </a:prstGeom>
        </p:spPr>
      </p:pic>
      <p:pic>
        <p:nvPicPr>
          <p:cNvPr id="56" name="Revision equation linear" descr="Y_{\mathrm{lin}}=\sqrt{\theta_2}\,\frac{S}{\sqrt{\ell}}+\sqrt{\theta_1-\theta_2}\,\frac{W}{\sqrt{\ell}}"/>
          <p:cNvPicPr>
            <a:picLocks xmlns:a="http://schemas.openxmlformats.org/drawingml/2006/main" noChangeAspect="1"/>
          </p:cNvPicPr>
          <p:nvPr/>
        </p:nvPicPr>
        <p:blipFill>
          <a:blip xmlns:r="http://schemas.openxmlformats.org/officeDocument/2006/relationships" xmlns:a="http://schemas.openxmlformats.org/drawingml/2006/main" r:embed="rIdRevision4_linear_png">
            <a:extLst>
              <a:ext uri="{96DAC541-7B7A-43D3-8B79-37D633B846F1}">
                <asvg:svgBlip xmlns:asvg="http://schemas.microsoft.com/office/drawing/2016/SVG/main" r:embed="rIdRevision4_linear_svg"/>
              </a:ext>
            </a:extLst>
          </a:blip>
          <a:stretch xmlns:a="http://schemas.openxmlformats.org/drawingml/2006/main"/>
        </p:blipFill>
        <p:spPr>
          <a:xfrm xmlns:a="http://schemas.openxmlformats.org/drawingml/2006/main">
            <a:off x="495300" y="5619750"/>
            <a:ext cx="3134947" cy="581025"/>
          </a:xfrm>
          <a:prstGeom xmlns:a="http://schemas.openxmlformats.org/drawingml/2006/main" prst="rect">
            <a:avLst/>
          </a:prstGeom>
        </p:spPr>
      </p:pic>
      <p:pic>
        <p:nvPicPr>
          <p:cNvPr id="57" name="Revision equation theta" descr="\theta_1=e^{\beta^2}-1,\qquad\theta_2=\beta^2"/>
          <p:cNvPicPr>
            <a:picLocks xmlns:a="http://schemas.openxmlformats.org/drawingml/2006/main" noChangeAspect="1"/>
          </p:cNvPicPr>
          <p:nvPr/>
        </p:nvPicPr>
        <p:blipFill>
          <a:blip xmlns:r="http://schemas.openxmlformats.org/officeDocument/2006/relationships" xmlns:a="http://schemas.openxmlformats.org/drawingml/2006/main" r:embed="rIdRevision4_theta_png">
            <a:extLst>
              <a:ext uri="{96DAC541-7B7A-43D3-8B79-37D633B846F1}">
                <asvg:svgBlip xmlns:asvg="http://schemas.microsoft.com/office/drawing/2016/SVG/main" r:embed="rIdRevision4_theta_svg"/>
              </a:ext>
            </a:extLst>
          </a:blip>
          <a:stretch xmlns:a="http://schemas.openxmlformats.org/drawingml/2006/main"/>
        </p:blipFill>
        <p:spPr>
          <a:xfrm xmlns:a="http://schemas.openxmlformats.org/drawingml/2006/main">
            <a:off x="7105650" y="5697760"/>
            <a:ext cx="2553653" cy="310706"/>
          </a:xfrm>
          <a:prstGeom xmlns:a="http://schemas.openxmlformats.org/drawingml/2006/main" prst="rect">
            <a:avLst/>
          </a:prstGeom>
        </p:spPr>
      </p:pic>
      <p:pic>
        <p:nvPicPr>
          <p:cNvPr id="58" name="Revision equation nonmp" descr="\text{一般に }\nu_\infty\ne\operatorname{MP}"/>
          <p:cNvPicPr>
            <a:picLocks xmlns:a="http://schemas.openxmlformats.org/drawingml/2006/main" noChangeAspect="1"/>
          </p:cNvPicPr>
          <p:nvPr/>
        </p:nvPicPr>
        <p:blipFill>
          <a:blip xmlns:r="http://schemas.openxmlformats.org/officeDocument/2006/relationships" xmlns:a="http://schemas.openxmlformats.org/drawingml/2006/main" r:embed="rIdRevision4_nonmp_png">
            <a:extLst>
              <a:ext uri="{96DAC541-7B7A-43D3-8B79-37D633B846F1}">
                <asvg:svgBlip xmlns:asvg="http://schemas.microsoft.com/office/drawing/2016/SVG/main" r:embed="rIdRevision4_nonmp_svg"/>
              </a:ext>
            </a:extLst>
          </a:blip>
          <a:stretch xmlns:a="http://schemas.openxmlformats.org/drawingml/2006/main"/>
        </p:blipFill>
        <p:spPr>
          <a:xfrm xmlns:a="http://schemas.openxmlformats.org/drawingml/2006/main">
            <a:off x="7105650" y="6127563"/>
            <a:ext cx="1518523" cy="251198"/>
          </a:xfrm>
          <a:prstGeom xmlns:a="http://schemas.openxmlformats.org/drawingml/2006/main" prst="rect">
            <a:avLst/>
          </a:prstGeom>
        </p:spPr>
      </p:pic>
    </p:spTree>
    <p:extLst>
      <p:ext uri="{BB962C8B-B14F-4D97-AF65-F5344CB8AC3E}">
        <p14:creationId xmlns:p14="http://schemas.microsoft.com/office/powerpoint/2010/main" val="519553022"/>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CD84651-17F0-4D27-8D73-48ADC207CABE}"/>
              </a:ext>
            </a:extLst>
          </p:cNvPr>
          <p:cNvSpPr>
            <a:spLocks xmlns:a="http://schemas.openxmlformats.org/drawingml/2006/main" noGrp="1"/>
          </p:cNvSpPr>
          <p:nvPr/>
        </p:nvSpPr>
        <p:spPr>
          <a:xfrm xmlns:a="http://schemas.openxmlformats.org/drawingml/2006/main">
            <a:off x="400050" y="57150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3150" b="1" i="0">
                <a:solidFill>
                  <a:srgbClr val="111111"/>
                </a:solidFill>
                <a:latin typeface="Noto Sans CJK JP"/>
                <a:ea typeface="Noto Sans CJK JP"/>
                <a:cs typeface="Noto Sans CJK JP"/>
              </a:defRPr>
            </a:pPr>
            <a:r>
              <a:rPr sz="3150" b="1" i="0">
                <a:solidFill>
                  <a:srgbClr val="111111"/>
                </a:solidFill>
                <a:latin typeface="Noto Sans CJK JP"/>
                <a:ea typeface="Noto Sans CJK JP"/>
                <a:cs typeface="Noto Sans CJK JP"/>
              </a:rPr>
              <a:t>三つのモデル、一つの見方</a:t>
            </a:r>
          </a:p>
        </p:txBody>
      </p:sp>
      <p:cxnSp>
        <p:nvCxnSpPr>
          <p:cNvPr id="25" name=""/>
          <p:cNvCxnSpPr/>
          <p:nvPr/>
        </p:nvCxnSpPr>
        <p:spPr>
          <a:xfrm xmlns:a="http://schemas.openxmlformats.org/drawingml/2006/main">
            <a:off x="400050" y="1314450"/>
            <a:ext cx="11391900" cy="0"/>
          </a:xfrm>
          <a:prstGeom xmlns:a="http://schemas.openxmlformats.org/drawingml/2006/main" prst="straightConnector1">
            <a:avLst/>
          </a:prstGeom>
          <a:ln xmlns:a="http://schemas.openxmlformats.org/drawingml/2006/main" w="9525">
            <a:solidFill>
              <a:srgbClr val="111111"/>
            </a:solidFill>
            <a:prstDash val="solid"/>
          </a:ln>
        </p:spPr>
      </p:cxnSp>
      <p:sp>
        <p:nvSpPr>
          <p:cNvPr id="4" name="">
            <a:extLst xmlns:a="http://schemas.openxmlformats.org/drawingml/2006/main">
              <a:ext uri="{FF2B5EF4-FFF2-40B4-BE49-F238E27FC236}">
                <a16:creationId xmlns:a16="http://schemas.microsoft.com/office/drawing/2014/main" id="{1B517489-BB35-4930-A0F5-7C15B3451183}"/>
              </a:ext>
            </a:extLst>
          </p:cNvPr>
          <p:cNvSpPr>
            <a:spLocks xmlns:a="http://schemas.openxmlformats.org/drawingml/2006/main" noGrp="1"/>
          </p:cNvSpPr>
          <p:nvPr/>
        </p:nvSpPr>
        <p:spPr>
          <a:xfrm xmlns:a="http://schemas.openxmlformats.org/drawingml/2006/main">
            <a:off x="11239500" y="64008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809"/>
          </a:bodyPr>
          <a:lstStyle xmlns:a="http://schemas.openxmlformats.org/drawingml/2006/main"/>
          <a:p xmlns:a="http://schemas.openxmlformats.org/drawingml/2006/main">
            <a:pPr algn="r">
              <a:defRPr sz="1050" b="1" i="0">
                <a:solidFill>
                  <a:srgbClr val="5D6470"/>
                </a:solidFill>
                <a:latin typeface="Noto Sans CJK JP"/>
                <a:ea typeface="Noto Sans CJK JP"/>
                <a:cs typeface="Noto Sans CJK JP"/>
              </a:defRPr>
            </a:pPr>
            <a:r>
              <a:rPr sz="1050" b="1" i="0">
                <a:solidFill>
                  <a:srgbClr val="5D6470"/>
                </a:solidFill>
                <a:latin typeface="Noto Sans CJK JP"/>
                <a:ea typeface="Noto Sans CJK JP"/>
                <a:cs typeface="Noto Sans CJK JP"/>
              </a:rPr>
              <a:t>08</a:t>
            </a:r>
          </a:p>
        </p:txBody>
      </p:sp>
      <p:cxnSp>
        <p:nvCxnSpPr>
          <p:cNvPr id="27" name=""/>
          <p:cNvCxnSpPr/>
          <p:nvPr/>
        </p:nvCxnSpPr>
        <p:spPr>
          <a:xfrm xmlns:a="http://schemas.openxmlformats.org/drawingml/2006/main">
            <a:off x="742950" y="3009900"/>
            <a:ext cx="10668000" cy="0"/>
          </a:xfrm>
          <a:prstGeom xmlns:a="http://schemas.openxmlformats.org/drawingml/2006/main" prst="straightConnector1">
            <a:avLst/>
          </a:prstGeom>
          <a:ln xmlns:a="http://schemas.openxmlformats.org/drawingml/2006/main" w="19050">
            <a:solidFill>
              <a:srgbClr val="111111"/>
            </a:solidFill>
            <a:prstDash val="solid"/>
          </a:ln>
        </p:spPr>
      </p:cxnSp>
      <p:sp>
        <p:nvSpPr>
          <p:cNvPr id="6" name="">
            <a:extLst xmlns:a="http://schemas.openxmlformats.org/drawingml/2006/main">
              <a:ext uri="{FF2B5EF4-FFF2-40B4-BE49-F238E27FC236}">
                <a16:creationId xmlns:a16="http://schemas.microsoft.com/office/drawing/2014/main" id="{1AC0A8AF-D57C-4FC5-A182-F8CB20DA2A45}"/>
              </a:ext>
            </a:extLst>
          </p:cNvPr>
          <p:cNvSpPr>
            <a:spLocks xmlns:a="http://schemas.openxmlformats.org/drawingml/2006/main" noGrp="1"/>
          </p:cNvSpPr>
          <p:nvPr/>
        </p:nvSpPr>
        <p:spPr>
          <a:xfrm xmlns:a="http://schemas.openxmlformats.org/drawingml/2006/main">
            <a:off x="876300" y="24193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8246"/>
          </a:bodyPr>
          <a:lstStyle xmlns:a="http://schemas.openxmlformats.org/drawingml/2006/main"/>
          <a:p xmlns:a="http://schemas.openxmlformats.org/drawingml/2006/main">
            <a:pPr algn="l">
              <a:defRPr sz="1425" b="1" i="0">
                <a:solidFill>
                  <a:srgbClr val="5D6470"/>
                </a:solidFill>
                <a:latin typeface="Noto Sans CJK JP"/>
                <a:ea typeface="Noto Sans CJK JP"/>
                <a:cs typeface="Noto Sans CJK JP"/>
              </a:defRPr>
            </a:pPr>
            <a:r>
              <a:rPr sz="1425" b="1" i="0">
                <a:solidFill>
                  <a:srgbClr val="5D6470"/>
                </a:solidFill>
                <a:latin typeface="Noto Sans CJK JP"/>
                <a:ea typeface="Noto Sans CJK JP"/>
                <a:cs typeface="Noto Sans CJK JP"/>
              </a:rPr>
              <a:t>1967</a:t>
            </a:r>
          </a:p>
        </p:txBody>
      </p:sp>
      <p:sp>
        <p:nvSpPr>
          <p:cNvPr id="7" name="">
            <a:extLst xmlns:a="http://schemas.openxmlformats.org/drawingml/2006/main">
              <a:ext uri="{FF2B5EF4-FFF2-40B4-BE49-F238E27FC236}">
                <a16:creationId xmlns:a16="http://schemas.microsoft.com/office/drawing/2014/main" id="{40A46865-C717-40E3-AE5B-A93A654F1CF0}"/>
              </a:ext>
            </a:extLst>
          </p:cNvPr>
          <p:cNvSpPr>
            <a:spLocks xmlns:a="http://schemas.openxmlformats.org/drawingml/2006/main" noGrp="1"/>
          </p:cNvSpPr>
          <p:nvPr/>
        </p:nvSpPr>
        <p:spPr>
          <a:xfrm xmlns:a="http://schemas.openxmlformats.org/drawingml/2006/main">
            <a:off x="876300" y="2905125"/>
            <a:ext cx="228600" cy="228600"/>
          </a:xfrm>
          <a:prstGeom xmlns:a="http://schemas.openxmlformats.org/drawingml/2006/main" prst="ellipse">
            <a:avLst/>
          </a:prstGeom>
          <a:solidFill xmlns:a="http://schemas.openxmlformats.org/drawingml/2006/main">
            <a:srgbClr val="55BDEB"/>
          </a:solidFill>
          <a:ln xmlns:a="http://schemas.openxmlformats.org/drawingml/2006/main" w="0">
            <a:solidFill>
              <a:srgbClr val="55BDEB"/>
            </a:solidFill>
            <a:prstDash val="solid"/>
          </a:ln>
        </p:spPr>
      </p:sp>
      <p:sp>
        <p:nvSpPr>
          <p:cNvPr id="8" name="">
            <a:extLst xmlns:a="http://schemas.openxmlformats.org/drawingml/2006/main">
              <a:ext uri="{FF2B5EF4-FFF2-40B4-BE49-F238E27FC236}">
                <a16:creationId xmlns:a16="http://schemas.microsoft.com/office/drawing/2014/main" id="{1A923B65-8200-44C8-81F3-78385B241BE0}"/>
              </a:ext>
            </a:extLst>
          </p:cNvPr>
          <p:cNvSpPr>
            <a:spLocks xmlns:a="http://schemas.openxmlformats.org/drawingml/2006/main" noGrp="1"/>
          </p:cNvSpPr>
          <p:nvPr/>
        </p:nvSpPr>
        <p:spPr>
          <a:xfrm xmlns:a="http://schemas.openxmlformats.org/drawingml/2006/main">
            <a:off x="876300" y="3333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725" b="1" i="0">
                <a:solidFill>
                  <a:srgbClr val="111111"/>
                </a:solidFill>
                <a:latin typeface="Noto Sans CJK JP"/>
                <a:ea typeface="Noto Sans CJK JP"/>
                <a:cs typeface="Noto Sans CJK JP"/>
              </a:defRPr>
            </a:pPr>
            <a:r>
              <a:rPr sz="1725" b="1" i="0">
                <a:solidFill>
                  <a:srgbClr val="111111"/>
                </a:solidFill>
                <a:latin typeface="Noto Sans CJK JP"/>
                <a:ea typeface="Noto Sans CJK JP"/>
                <a:cs typeface="Noto Sans CJK JP"/>
              </a:rPr>
              <a:t>iid標本共分散</a:t>
            </a:r>
          </a:p>
        </p:txBody>
      </p:sp>
      <p:sp>
        <p:nvSpPr>
          <p:cNvPr id="9" name="">
            <a:extLst xmlns:a="http://schemas.openxmlformats.org/drawingml/2006/main">
              <a:ext uri="{FF2B5EF4-FFF2-40B4-BE49-F238E27FC236}">
                <a16:creationId xmlns:a16="http://schemas.microsoft.com/office/drawing/2014/main" id="{A479B8D0-28BF-49A9-AE84-D32FB105F5CD}"/>
              </a:ext>
            </a:extLst>
          </p:cNvPr>
          <p:cNvSpPr>
            <a:spLocks xmlns:a="http://schemas.openxmlformats.org/drawingml/2006/main" noGrp="1"/>
          </p:cNvSpPr>
          <p:nvPr/>
        </p:nvSpPr>
        <p:spPr>
          <a:xfrm xmlns:a="http://schemas.openxmlformats.org/drawingml/2006/main">
            <a:off x="876300" y="3819525"/>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0" i="0">
                <a:solidFill>
                  <a:srgbClr val="5D6470"/>
                </a:solidFill>
                <a:latin typeface="Noto Sans CJK JP"/>
                <a:ea typeface="Noto Sans CJK JP"/>
                <a:cs typeface="Noto Sans CJK JP"/>
              </a:defRPr>
            </a:pPr>
            <a:r>
              <a:rPr sz="1650" b="0" i="0">
                <a:solidFill>
                  <a:srgbClr val="5D6470"/>
                </a:solidFill>
                <a:latin typeface="Noto Sans CJK JP"/>
                <a:ea typeface="Noto Sans CJK JP"/>
                <a:cs typeface="Noto Sans CJK JP"/>
              </a:rPr>
              <a:t>独立成分</a:t>
            </a:r>
          </a:p>
          <a:p xmlns:a="http://schemas.openxmlformats.org/drawingml/2006/main">
            <a:pPr algn="l">
              <a:defRPr sz="1650" b="0" i="0">
                <a:solidFill>
                  <a:srgbClr val="5D6470"/>
                </a:solidFill>
                <a:latin typeface="Noto Sans CJK JP"/>
                <a:ea typeface="Noto Sans CJK JP"/>
                <a:cs typeface="Noto Sans CJK JP"/>
              </a:defRPr>
            </a:pPr>
            <a:r>
              <a:rPr sz="1650" b="0" i="0">
                <a:solidFill>
                  <a:srgbClr val="5D6470"/>
                </a:solidFill>
                <a:latin typeface="Noto Sans CJK JP"/>
                <a:ea typeface="Noto Sans CJK JP"/>
                <a:cs typeface="Noto Sans CJK JP"/>
              </a:rPr>
              <a:t>→ MP則</a:t>
            </a:r>
          </a:p>
        </p:txBody>
      </p:sp>
      <p:sp>
        <p:nvSpPr>
          <p:cNvPr id="10" name="">
            <a:extLst xmlns:a="http://schemas.openxmlformats.org/drawingml/2006/main">
              <a:ext uri="{FF2B5EF4-FFF2-40B4-BE49-F238E27FC236}">
                <a16:creationId xmlns:a16="http://schemas.microsoft.com/office/drawing/2014/main" id="{62215811-1141-45F5-B82F-6A26DA5742A6}"/>
              </a:ext>
            </a:extLst>
          </p:cNvPr>
          <p:cNvSpPr>
            <a:spLocks xmlns:a="http://schemas.openxmlformats.org/drawingml/2006/main" noGrp="1"/>
          </p:cNvSpPr>
          <p:nvPr/>
        </p:nvSpPr>
        <p:spPr>
          <a:xfrm xmlns:a="http://schemas.openxmlformats.org/drawingml/2006/main">
            <a:off x="4572000" y="24193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8246"/>
          </a:bodyPr>
          <a:lstStyle xmlns:a="http://schemas.openxmlformats.org/drawingml/2006/main"/>
          <a:p xmlns:a="http://schemas.openxmlformats.org/drawingml/2006/main">
            <a:pPr algn="l">
              <a:defRPr sz="1425" b="1" i="0">
                <a:solidFill>
                  <a:srgbClr val="5D6470"/>
                </a:solidFill>
                <a:latin typeface="Noto Sans CJK JP"/>
                <a:ea typeface="Noto Sans CJK JP"/>
                <a:cs typeface="Noto Sans CJK JP"/>
              </a:defRPr>
            </a:pPr>
            <a:r>
              <a:rPr sz="1425" b="1" i="0">
                <a:solidFill>
                  <a:srgbClr val="5D6470"/>
                </a:solidFill>
                <a:latin typeface="Noto Sans CJK JP"/>
                <a:ea typeface="Noto Sans CJK JP"/>
                <a:cs typeface="Noto Sans CJK JP"/>
              </a:rPr>
              <a:t>2017 / 2021</a:t>
            </a:r>
          </a:p>
        </p:txBody>
      </p:sp>
      <p:sp>
        <p:nvSpPr>
          <p:cNvPr id="11" name="">
            <a:extLst xmlns:a="http://schemas.openxmlformats.org/drawingml/2006/main">
              <a:ext uri="{FF2B5EF4-FFF2-40B4-BE49-F238E27FC236}">
                <a16:creationId xmlns:a16="http://schemas.microsoft.com/office/drawing/2014/main" id="{B37901A6-AD0E-4E90-9640-19D6F4D4C535}"/>
              </a:ext>
            </a:extLst>
          </p:cNvPr>
          <p:cNvSpPr>
            <a:spLocks xmlns:a="http://schemas.openxmlformats.org/drawingml/2006/main" noGrp="1"/>
          </p:cNvSpPr>
          <p:nvPr/>
        </p:nvSpPr>
        <p:spPr>
          <a:xfrm xmlns:a="http://schemas.openxmlformats.org/drawingml/2006/main">
            <a:off x="4572000" y="2905125"/>
            <a:ext cx="228600" cy="228600"/>
          </a:xfrm>
          <a:prstGeom xmlns:a="http://schemas.openxmlformats.org/drawingml/2006/main" prst="ellipse">
            <a:avLst/>
          </a:prstGeom>
          <a:solidFill xmlns:a="http://schemas.openxmlformats.org/drawingml/2006/main">
            <a:srgbClr val="F0B8D1"/>
          </a:solidFill>
          <a:ln xmlns:a="http://schemas.openxmlformats.org/drawingml/2006/main" w="0">
            <a:solidFill>
              <a:srgbClr val="F0B8D1"/>
            </a:solidFill>
            <a:prstDash val="solid"/>
          </a:ln>
        </p:spPr>
      </p:sp>
      <p:sp>
        <p:nvSpPr>
          <p:cNvPr id="12" name="">
            <a:extLst xmlns:a="http://schemas.openxmlformats.org/drawingml/2006/main">
              <a:ext uri="{FF2B5EF4-FFF2-40B4-BE49-F238E27FC236}">
                <a16:creationId xmlns:a16="http://schemas.microsoft.com/office/drawing/2014/main" id="{F0C19445-A0E2-4DFC-AE7F-85E058A7C3C3}"/>
              </a:ext>
            </a:extLst>
          </p:cNvPr>
          <p:cNvSpPr>
            <a:spLocks xmlns:a="http://schemas.openxmlformats.org/drawingml/2006/main" noGrp="1"/>
          </p:cNvSpPr>
          <p:nvPr/>
        </p:nvSpPr>
        <p:spPr>
          <a:xfrm xmlns:a="http://schemas.openxmlformats.org/drawingml/2006/main">
            <a:off x="4572000" y="3333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725" b="1" i="0">
                <a:solidFill>
                  <a:srgbClr val="111111"/>
                </a:solidFill>
                <a:latin typeface="Noto Sans CJK JP"/>
                <a:ea typeface="Noto Sans CJK JP"/>
                <a:cs typeface="Noto Sans CJK JP"/>
              </a:defRPr>
            </a:pPr>
            <a:r>
              <a:rPr sz="1725" b="1" i="0">
                <a:solidFill>
                  <a:srgbClr val="111111"/>
                </a:solidFill>
                <a:latin typeface="Noto Sans CJK JP"/>
                <a:ea typeface="Noto Sans CJK JP"/>
                <a:cs typeface="Noto Sans CJK JP"/>
              </a:rPr>
              <a:t>非線形特徴 f(WX)</a:t>
            </a:r>
          </a:p>
        </p:txBody>
      </p:sp>
      <p:sp>
        <p:nvSpPr>
          <p:cNvPr id="14" name="">
            <a:extLst xmlns:a="http://schemas.openxmlformats.org/drawingml/2006/main">
              <a:ext uri="{FF2B5EF4-FFF2-40B4-BE49-F238E27FC236}">
                <a16:creationId xmlns:a16="http://schemas.microsoft.com/office/drawing/2014/main" id="{E857371B-EEFF-4352-949F-5DAA65A143E2}"/>
              </a:ext>
            </a:extLst>
          </p:cNvPr>
          <p:cNvSpPr>
            <a:spLocks xmlns:a="http://schemas.openxmlformats.org/drawingml/2006/main" noGrp="1"/>
          </p:cNvSpPr>
          <p:nvPr/>
        </p:nvSpPr>
        <p:spPr>
          <a:xfrm xmlns:a="http://schemas.openxmlformats.org/drawingml/2006/main">
            <a:off x="8267700" y="24193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8246"/>
          </a:bodyPr>
          <a:lstStyle xmlns:a="http://schemas.openxmlformats.org/drawingml/2006/main"/>
          <a:p xmlns:a="http://schemas.openxmlformats.org/drawingml/2006/main">
            <a:pPr algn="l">
              <a:defRPr sz="1425" b="1" i="0">
                <a:solidFill>
                  <a:srgbClr val="5D6470"/>
                </a:solidFill>
                <a:latin typeface="Noto Sans CJK JP"/>
                <a:ea typeface="Noto Sans CJK JP"/>
                <a:cs typeface="Noto Sans CJK JP"/>
              </a:defRPr>
            </a:pPr>
            <a:r>
              <a:rPr sz="1425" b="1" i="0">
                <a:solidFill>
                  <a:srgbClr val="5D6470"/>
                </a:solidFill>
                <a:latin typeface="Noto Sans CJK JP"/>
                <a:ea typeface="Noto Sans CJK JP"/>
                <a:cs typeface="Noto Sans CJK JP"/>
              </a:rPr>
              <a:t>2025 / 2026</a:t>
            </a:r>
          </a:p>
        </p:txBody>
      </p:sp>
      <p:sp>
        <p:nvSpPr>
          <p:cNvPr id="15" name="">
            <a:extLst xmlns:a="http://schemas.openxmlformats.org/drawingml/2006/main">
              <a:ext uri="{FF2B5EF4-FFF2-40B4-BE49-F238E27FC236}">
                <a16:creationId xmlns:a16="http://schemas.microsoft.com/office/drawing/2014/main" id="{9E46F5F0-52BC-42BB-8EFC-0C8353DCA157}"/>
              </a:ext>
            </a:extLst>
          </p:cNvPr>
          <p:cNvSpPr>
            <a:spLocks xmlns:a="http://schemas.openxmlformats.org/drawingml/2006/main" noGrp="1"/>
          </p:cNvSpPr>
          <p:nvPr/>
        </p:nvSpPr>
        <p:spPr>
          <a:xfrm xmlns:a="http://schemas.openxmlformats.org/drawingml/2006/main">
            <a:off x="8267700" y="2905125"/>
            <a:ext cx="228600" cy="228600"/>
          </a:xfrm>
          <a:prstGeom xmlns:a="http://schemas.openxmlformats.org/drawingml/2006/main" prst="ellipse">
            <a:avLst/>
          </a:prstGeom>
          <a:solidFill xmlns:a="http://schemas.openxmlformats.org/drawingml/2006/main">
            <a:srgbClr val="7A62D3"/>
          </a:solidFill>
          <a:ln xmlns:a="http://schemas.openxmlformats.org/drawingml/2006/main" w="0">
            <a:solidFill>
              <a:srgbClr val="7A62D3"/>
            </a:solidFill>
            <a:prstDash val="solid"/>
          </a:ln>
        </p:spPr>
      </p:sp>
      <p:sp>
        <p:nvSpPr>
          <p:cNvPr id="16" name="">
            <a:extLst xmlns:a="http://schemas.openxmlformats.org/drawingml/2006/main">
              <a:ext uri="{FF2B5EF4-FFF2-40B4-BE49-F238E27FC236}">
                <a16:creationId xmlns:a16="http://schemas.microsoft.com/office/drawing/2014/main" id="{3C611768-E949-4599-8A9B-E4BF99E885CB}"/>
              </a:ext>
            </a:extLst>
          </p:cNvPr>
          <p:cNvSpPr>
            <a:spLocks xmlns:a="http://schemas.openxmlformats.org/drawingml/2006/main" noGrp="1"/>
          </p:cNvSpPr>
          <p:nvPr/>
        </p:nvSpPr>
        <p:spPr>
          <a:xfrm xmlns:a="http://schemas.openxmlformats.org/drawingml/2006/main">
            <a:off x="8267700" y="3333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725" b="1" i="0">
                <a:solidFill>
                  <a:srgbClr val="111111"/>
                </a:solidFill>
                <a:latin typeface="Noto Sans CJK JP"/>
                <a:ea typeface="Noto Sans CJK JP"/>
                <a:cs typeface="Noto Sans CJK JP"/>
              </a:defRPr>
            </a:pPr>
            <a:r>
              <a:rPr sz="1725" b="1" i="0">
                <a:solidFill>
                  <a:srgbClr val="111111"/>
                </a:solidFill>
                <a:latin typeface="Noto Sans CJK JP"/>
                <a:ea typeface="Noto Sans CJK JP"/>
                <a:cs typeface="Noto Sans CJK JP"/>
              </a:rPr>
              <a:t>softmax自己注意</a:t>
            </a:r>
          </a:p>
        </p:txBody>
      </p:sp>
      <p:sp>
        <p:nvSpPr>
          <p:cNvPr id="17" name="">
            <a:extLst xmlns:a="http://schemas.openxmlformats.org/drawingml/2006/main">
              <a:ext uri="{FF2B5EF4-FFF2-40B4-BE49-F238E27FC236}">
                <a16:creationId xmlns:a16="http://schemas.microsoft.com/office/drawing/2014/main" id="{0F1C4F8A-8B2D-4625-8403-4814C2905E32}"/>
              </a:ext>
            </a:extLst>
          </p:cNvPr>
          <p:cNvSpPr>
            <a:spLocks xmlns:a="http://schemas.openxmlformats.org/drawingml/2006/main" noGrp="1"/>
          </p:cNvSpPr>
          <p:nvPr/>
        </p:nvSpPr>
        <p:spPr>
          <a:xfrm xmlns:a="http://schemas.openxmlformats.org/drawingml/2006/main">
            <a:off x="8267700" y="3819525"/>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0" i="0">
                <a:solidFill>
                  <a:srgbClr val="5D6470"/>
                </a:solidFill>
                <a:latin typeface="Noto Sans CJK JP"/>
                <a:ea typeface="Noto Sans CJK JP"/>
                <a:cs typeface="Noto Sans CJK JP"/>
              </a:defRPr>
            </a:pPr>
            <a:r>
              <a:rPr sz="1650" b="0" i="0">
                <a:solidFill>
                  <a:srgbClr val="5D6470"/>
                </a:solidFill>
                <a:latin typeface="Noto Sans CJK JP"/>
                <a:ea typeface="Noto Sans CJK JP"/>
                <a:cs typeface="Noto Sans CJK JP"/>
              </a:rPr>
              <a:t>rank-one</a:t>
            </a:r>
          </a:p>
          <a:p xmlns:a="http://schemas.openxmlformats.org/drawingml/2006/main">
            <a:pPr algn="l">
              <a:defRPr sz="1650" b="0" i="0">
                <a:solidFill>
                  <a:srgbClr val="5D6470"/>
                </a:solidFill>
                <a:latin typeface="Noto Sans CJK JP"/>
                <a:ea typeface="Noto Sans CJK JP"/>
                <a:cs typeface="Noto Sans CJK JP"/>
              </a:defRPr>
            </a:pPr>
            <a:r>
              <a:rPr sz="1650" b="0" i="0">
                <a:solidFill>
                  <a:srgbClr val="5D6470"/>
                </a:solidFill>
                <a:latin typeface="Noto Sans CJK JP"/>
                <a:ea typeface="Noto Sans CJK JP"/>
                <a:cs typeface="Noto Sans CJK JP"/>
              </a:rPr>
              <a:t>＋ 非MP型バルク</a:t>
            </a:r>
          </a:p>
        </p:txBody>
      </p:sp>
      <p:pic>
        <p:nvPicPr>
          <p:cNvPr id="29" name="Typeset equation 8:13" descr="\begin{aligned}&amp;\text{出力分散と一次成分}\\[-1pt]&amp;\longrightarrow\theta_1,\theta_2\end{aligned}"/>
          <p:cNvPicPr>
            <a:picLocks xmlns:a="http://schemas.openxmlformats.org/drawingml/2006/main" noChangeAspect="1"/>
          </p:cNvPicPr>
          <p:nvPr/>
        </p:nvPicPr>
        <p:blipFill>
          <a:blip xmlns:r="http://schemas.openxmlformats.org/officeDocument/2006/relationships" xmlns:a="http://schemas.openxmlformats.org/drawingml/2006/main" r:embed="rIdTypeset8_2_png">
            <a:extLst>
              <a:ext uri="{96DAC541-7B7A-43D3-8B79-37D633B846F1}">
                <asvg:svgBlip xmlns:asvg="http://schemas.microsoft.com/office/drawing/2016/SVG/main" r:embed="rIdTypeset8_2_svg"/>
              </a:ext>
            </a:extLst>
          </a:blip>
          <a:stretch xmlns:a="http://schemas.openxmlformats.org/drawingml/2006/main"/>
        </p:blipFill>
        <p:spPr>
          <a:xfrm xmlns:a="http://schemas.openxmlformats.org/drawingml/2006/main">
            <a:off x="4667250" y="3868293"/>
            <a:ext cx="2087690" cy="626364"/>
          </a:xfrm>
          <a:prstGeom xmlns:a="http://schemas.openxmlformats.org/drawingml/2006/main" prst="rect">
            <a:avLst/>
          </a:prstGeom>
        </p:spPr>
      </p:pic>
    </p:spTree>
    <p:extLst>
      <p:ext uri="{BB962C8B-B14F-4D97-AF65-F5344CB8AC3E}">
        <p14:creationId xmlns:p14="http://schemas.microsoft.com/office/powerpoint/2010/main" val="16962523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2026-08-17T23:44:51.1690000Z</dcterms:created>
  <dcterms:modified xsi:type="dcterms:W3CDTF">2026-08-17T23:44:51.1690000Z</dcterms:modified>
</coreProperties>
</file>